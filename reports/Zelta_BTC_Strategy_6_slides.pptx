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buy and hold</c:v>
                </c:pt>
              </c:strCache>
            </c:strRef>
          </c:tx>
          <c:spPr>
            <a:ln w="15875">
              <a:solidFill>
                <a:srgbClr val="9A9A9A"/>
              </a:solidFill>
            </a:ln>
          </c:spPr>
          <c:marker>
            <c:symbol val="none"/>
          </c:marker>
          <c:xVal>
            <c:numRef>
              <c:f>Sheet1!$A$2:$A$458</c:f>
              <c:numCache>
                <c:formatCode>General</c:formatCode>
                <c:ptCount val="457"/>
                <c:pt idx="0">
                  <c:v>2018.0164271047229</c:v>
                </c:pt>
                <c:pt idx="1">
                  <c:v>2018.0355920602328</c:v>
                </c:pt>
                <c:pt idx="2">
                  <c:v>2018.0547570157426</c:v>
                </c:pt>
                <c:pt idx="3">
                  <c:v>2018.0739219712525</c:v>
                </c:pt>
                <c:pt idx="4">
                  <c:v>2018.0930869267625</c:v>
                </c:pt>
                <c:pt idx="5">
                  <c:v>2018.1122518822724</c:v>
                </c:pt>
                <c:pt idx="6">
                  <c:v>2018.1314168377824</c:v>
                </c:pt>
                <c:pt idx="7">
                  <c:v>2018.1505817932923</c:v>
                </c:pt>
                <c:pt idx="8">
                  <c:v>2018.1697467488023</c:v>
                </c:pt>
                <c:pt idx="9">
                  <c:v>2018.1889117043122</c:v>
                </c:pt>
                <c:pt idx="10">
                  <c:v>2018.208076659822</c:v>
                </c:pt>
                <c:pt idx="11">
                  <c:v>2018.2272416153319</c:v>
                </c:pt>
                <c:pt idx="12">
                  <c:v>2018.2464065708418</c:v>
                </c:pt>
                <c:pt idx="13">
                  <c:v>2018.2655715263518</c:v>
                </c:pt>
                <c:pt idx="14">
                  <c:v>2018.2847364818617</c:v>
                </c:pt>
                <c:pt idx="15">
                  <c:v>2018.3039014373717</c:v>
                </c:pt>
                <c:pt idx="16">
                  <c:v>2018.3230663928816</c:v>
                </c:pt>
                <c:pt idx="17">
                  <c:v>2018.3422313483916</c:v>
                </c:pt>
                <c:pt idx="18">
                  <c:v>2018.3613963039015</c:v>
                </c:pt>
                <c:pt idx="19">
                  <c:v>2018.3805612594113</c:v>
                </c:pt>
                <c:pt idx="20">
                  <c:v>2018.3997262149212</c:v>
                </c:pt>
                <c:pt idx="21">
                  <c:v>2018.4188911704312</c:v>
                </c:pt>
                <c:pt idx="22">
                  <c:v>2018.438056125941</c:v>
                </c:pt>
                <c:pt idx="23">
                  <c:v>2018.457221081451</c:v>
                </c:pt>
                <c:pt idx="24">
                  <c:v>2018.476386036961</c:v>
                </c:pt>
                <c:pt idx="25">
                  <c:v>2018.495550992471</c:v>
                </c:pt>
                <c:pt idx="26">
                  <c:v>2018.514715947981</c:v>
                </c:pt>
                <c:pt idx="27">
                  <c:v>2018.5338809034909</c:v>
                </c:pt>
                <c:pt idx="28">
                  <c:v>2018.5530458590006</c:v>
                </c:pt>
                <c:pt idx="29">
                  <c:v>2018.5722108145105</c:v>
                </c:pt>
                <c:pt idx="30">
                  <c:v>2018.5913757700205</c:v>
                </c:pt>
                <c:pt idx="31">
                  <c:v>2018.6105407255304</c:v>
                </c:pt>
                <c:pt idx="32">
                  <c:v>2018.6297056810404</c:v>
                </c:pt>
                <c:pt idx="33">
                  <c:v>2018.6488706365503</c:v>
                </c:pt>
                <c:pt idx="34">
                  <c:v>2018.6680355920603</c:v>
                </c:pt>
                <c:pt idx="35">
                  <c:v>2018.6872005475702</c:v>
                </c:pt>
                <c:pt idx="36">
                  <c:v>2018.7063655030802</c:v>
                </c:pt>
                <c:pt idx="37">
                  <c:v>2018.72553045859</c:v>
                </c:pt>
                <c:pt idx="38">
                  <c:v>2018.7446954140999</c:v>
                </c:pt>
                <c:pt idx="39">
                  <c:v>2018.7638603696098</c:v>
                </c:pt>
                <c:pt idx="40">
                  <c:v>2018.7830253251198</c:v>
                </c:pt>
                <c:pt idx="41">
                  <c:v>2018.8021902806297</c:v>
                </c:pt>
                <c:pt idx="42">
                  <c:v>2018.8213552361397</c:v>
                </c:pt>
                <c:pt idx="43">
                  <c:v>2018.8405201916496</c:v>
                </c:pt>
                <c:pt idx="44">
                  <c:v>2018.8596851471596</c:v>
                </c:pt>
                <c:pt idx="45">
                  <c:v>2018.8788501026695</c:v>
                </c:pt>
                <c:pt idx="46">
                  <c:v>2018.8980150581792</c:v>
                </c:pt>
                <c:pt idx="47">
                  <c:v>2018.9171800136892</c:v>
                </c:pt>
                <c:pt idx="48">
                  <c:v>2018.9363449691991</c:v>
                </c:pt>
                <c:pt idx="49">
                  <c:v>2018.955509924709</c:v>
                </c:pt>
                <c:pt idx="50">
                  <c:v>2018.974674880219</c:v>
                </c:pt>
                <c:pt idx="51">
                  <c:v>2018.993839835729</c:v>
                </c:pt>
                <c:pt idx="52">
                  <c:v>2019.0136892539356</c:v>
                </c:pt>
                <c:pt idx="53">
                  <c:v>2019.0328542094455</c:v>
                </c:pt>
                <c:pt idx="54">
                  <c:v>2019.0520191649555</c:v>
                </c:pt>
                <c:pt idx="55">
                  <c:v>2019.0711841204654</c:v>
                </c:pt>
                <c:pt idx="56">
                  <c:v>2019.0903490759754</c:v>
                </c:pt>
                <c:pt idx="57">
                  <c:v>2019.1095140314853</c:v>
                </c:pt>
                <c:pt idx="58">
                  <c:v>2019.1286789869953</c:v>
                </c:pt>
                <c:pt idx="59">
                  <c:v>2019.1478439425052</c:v>
                </c:pt>
                <c:pt idx="60">
                  <c:v>2019.167008898015</c:v>
                </c:pt>
                <c:pt idx="61">
                  <c:v>2019.186173853525</c:v>
                </c:pt>
                <c:pt idx="62">
                  <c:v>2019.2053388090349</c:v>
                </c:pt>
                <c:pt idx="63">
                  <c:v>2019.2245037645448</c:v>
                </c:pt>
                <c:pt idx="64">
                  <c:v>2019.2436687200548</c:v>
                </c:pt>
                <c:pt idx="65">
                  <c:v>2019.2628336755647</c:v>
                </c:pt>
                <c:pt idx="66">
                  <c:v>2019.2819986310747</c:v>
                </c:pt>
                <c:pt idx="67">
                  <c:v>2019.3011635865846</c:v>
                </c:pt>
                <c:pt idx="68">
                  <c:v>2019.3203285420946</c:v>
                </c:pt>
                <c:pt idx="69">
                  <c:v>2019.3394934976043</c:v>
                </c:pt>
                <c:pt idx="70">
                  <c:v>2019.3586584531142</c:v>
                </c:pt>
                <c:pt idx="71">
                  <c:v>2019.3778234086242</c:v>
                </c:pt>
                <c:pt idx="72">
                  <c:v>2019.3969883641341</c:v>
                </c:pt>
                <c:pt idx="73">
                  <c:v>2019.416153319644</c:v>
                </c:pt>
                <c:pt idx="74">
                  <c:v>2019.435318275154</c:v>
                </c:pt>
                <c:pt idx="75">
                  <c:v>2019.454483230664</c:v>
                </c:pt>
                <c:pt idx="76">
                  <c:v>2019.473648186174</c:v>
                </c:pt>
                <c:pt idx="77">
                  <c:v>2019.4928131416839</c:v>
                </c:pt>
                <c:pt idx="78">
                  <c:v>2019.5119780971936</c:v>
                </c:pt>
                <c:pt idx="79">
                  <c:v>2019.5311430527036</c:v>
                </c:pt>
                <c:pt idx="80">
                  <c:v>2019.5503080082135</c:v>
                </c:pt>
                <c:pt idx="81">
                  <c:v>2019.5694729637235</c:v>
                </c:pt>
                <c:pt idx="82">
                  <c:v>2019.5886379192334</c:v>
                </c:pt>
                <c:pt idx="83">
                  <c:v>2019.6078028747434</c:v>
                </c:pt>
                <c:pt idx="84">
                  <c:v>2019.6269678302533</c:v>
                </c:pt>
                <c:pt idx="85">
                  <c:v>2019.6461327857633</c:v>
                </c:pt>
                <c:pt idx="86">
                  <c:v>2019.6652977412732</c:v>
                </c:pt>
                <c:pt idx="87">
                  <c:v>2019.684462696783</c:v>
                </c:pt>
                <c:pt idx="88">
                  <c:v>2019.7036276522929</c:v>
                </c:pt>
                <c:pt idx="89">
                  <c:v>2019.7227926078028</c:v>
                </c:pt>
                <c:pt idx="90">
                  <c:v>2019.7419575633128</c:v>
                </c:pt>
                <c:pt idx="91">
                  <c:v>2019.7611225188227</c:v>
                </c:pt>
                <c:pt idx="92">
                  <c:v>2019.7802874743327</c:v>
                </c:pt>
                <c:pt idx="93">
                  <c:v>2019.7994524298426</c:v>
                </c:pt>
                <c:pt idx="94">
                  <c:v>2019.8186173853526</c:v>
                </c:pt>
                <c:pt idx="95">
                  <c:v>2019.8377823408625</c:v>
                </c:pt>
                <c:pt idx="96">
                  <c:v>2019.8569472963723</c:v>
                </c:pt>
                <c:pt idx="97">
                  <c:v>2019.8761122518822</c:v>
                </c:pt>
                <c:pt idx="98">
                  <c:v>2019.8952772073922</c:v>
                </c:pt>
                <c:pt idx="99">
                  <c:v>2019.914442162902</c:v>
                </c:pt>
                <c:pt idx="100">
                  <c:v>2019.933607118412</c:v>
                </c:pt>
                <c:pt idx="101">
                  <c:v>2019.952772073922</c:v>
                </c:pt>
                <c:pt idx="102">
                  <c:v>2019.971937029432</c:v>
                </c:pt>
                <c:pt idx="103">
                  <c:v>2019.991101984942</c:v>
                </c:pt>
                <c:pt idx="104">
                  <c:v>2020.0109514031485</c:v>
                </c:pt>
                <c:pt idx="105">
                  <c:v>2020.0301163586585</c:v>
                </c:pt>
                <c:pt idx="106">
                  <c:v>2020.0492813141684</c:v>
                </c:pt>
                <c:pt idx="107">
                  <c:v>2020.0684462696784</c:v>
                </c:pt>
                <c:pt idx="108">
                  <c:v>2020.0876112251883</c:v>
                </c:pt>
                <c:pt idx="109">
                  <c:v>2020.1067761806983</c:v>
                </c:pt>
                <c:pt idx="110">
                  <c:v>2020.125941136208</c:v>
                </c:pt>
                <c:pt idx="111">
                  <c:v>2020.145106091718</c:v>
                </c:pt>
                <c:pt idx="112">
                  <c:v>2020.1642710472279</c:v>
                </c:pt>
                <c:pt idx="113">
                  <c:v>2020.1834360027378</c:v>
                </c:pt>
                <c:pt idx="114">
                  <c:v>2020.2026009582478</c:v>
                </c:pt>
                <c:pt idx="115">
                  <c:v>2020.2217659137577</c:v>
                </c:pt>
                <c:pt idx="116">
                  <c:v>2020.2409308692677</c:v>
                </c:pt>
                <c:pt idx="117">
                  <c:v>2020.2600958247776</c:v>
                </c:pt>
                <c:pt idx="118">
                  <c:v>2020.2792607802876</c:v>
                </c:pt>
                <c:pt idx="119">
                  <c:v>2020.2984257357973</c:v>
                </c:pt>
                <c:pt idx="120">
                  <c:v>2020.3175906913073</c:v>
                </c:pt>
                <c:pt idx="121">
                  <c:v>2020.3367556468172</c:v>
                </c:pt>
                <c:pt idx="122">
                  <c:v>2020.3559206023272</c:v>
                </c:pt>
                <c:pt idx="123">
                  <c:v>2020.375085557837</c:v>
                </c:pt>
                <c:pt idx="124">
                  <c:v>2020.394250513347</c:v>
                </c:pt>
                <c:pt idx="125">
                  <c:v>2020.413415468857</c:v>
                </c:pt>
                <c:pt idx="126">
                  <c:v>2020.432580424367</c:v>
                </c:pt>
                <c:pt idx="127">
                  <c:v>2020.4517453798767</c:v>
                </c:pt>
                <c:pt idx="128">
                  <c:v>2020.4709103353866</c:v>
                </c:pt>
                <c:pt idx="129">
                  <c:v>2020.4900752908966</c:v>
                </c:pt>
                <c:pt idx="130">
                  <c:v>2020.5092402464065</c:v>
                </c:pt>
                <c:pt idx="131">
                  <c:v>2020.5284052019165</c:v>
                </c:pt>
                <c:pt idx="132">
                  <c:v>2020.5475701574264</c:v>
                </c:pt>
                <c:pt idx="133">
                  <c:v>2020.5667351129364</c:v>
                </c:pt>
                <c:pt idx="134">
                  <c:v>2020.5859000684463</c:v>
                </c:pt>
                <c:pt idx="135">
                  <c:v>2020.6050650239563</c:v>
                </c:pt>
                <c:pt idx="136">
                  <c:v>2020.624229979466</c:v>
                </c:pt>
                <c:pt idx="137">
                  <c:v>2020.643394934976</c:v>
                </c:pt>
                <c:pt idx="138">
                  <c:v>2020.662559890486</c:v>
                </c:pt>
                <c:pt idx="139">
                  <c:v>2020.6817248459959</c:v>
                </c:pt>
                <c:pt idx="140">
                  <c:v>2020.7008898015058</c:v>
                </c:pt>
                <c:pt idx="141">
                  <c:v>2020.7200547570158</c:v>
                </c:pt>
                <c:pt idx="142">
                  <c:v>2020.7392197125257</c:v>
                </c:pt>
                <c:pt idx="143">
                  <c:v>2020.7583846680357</c:v>
                </c:pt>
                <c:pt idx="144">
                  <c:v>2020.7775496235456</c:v>
                </c:pt>
                <c:pt idx="145">
                  <c:v>2020.7967145790553</c:v>
                </c:pt>
                <c:pt idx="146">
                  <c:v>2020.8158795345653</c:v>
                </c:pt>
                <c:pt idx="147">
                  <c:v>2020.8350444900752</c:v>
                </c:pt>
                <c:pt idx="148">
                  <c:v>2020.8542094455852</c:v>
                </c:pt>
                <c:pt idx="149">
                  <c:v>2020.8733744010951</c:v>
                </c:pt>
                <c:pt idx="150">
                  <c:v>2020.892539356605</c:v>
                </c:pt>
                <c:pt idx="151">
                  <c:v>2020.911704312115</c:v>
                </c:pt>
                <c:pt idx="152">
                  <c:v>2020.930869267625</c:v>
                </c:pt>
                <c:pt idx="153">
                  <c:v>2020.950034223135</c:v>
                </c:pt>
                <c:pt idx="154">
                  <c:v>2020.9691991786447</c:v>
                </c:pt>
                <c:pt idx="155">
                  <c:v>2020.9883641341546</c:v>
                </c:pt>
                <c:pt idx="156">
                  <c:v>2021.0054757015744</c:v>
                </c:pt>
                <c:pt idx="157">
                  <c:v>2021.024640657084</c:v>
                </c:pt>
                <c:pt idx="158">
                  <c:v>2021.043805612594</c:v>
                </c:pt>
                <c:pt idx="159">
                  <c:v>2021.062970568104</c:v>
                </c:pt>
                <c:pt idx="160">
                  <c:v>2021.082135523614</c:v>
                </c:pt>
                <c:pt idx="161">
                  <c:v>2021.101300479124</c:v>
                </c:pt>
                <c:pt idx="162">
                  <c:v>2021.1204654346338</c:v>
                </c:pt>
                <c:pt idx="163">
                  <c:v>2021.1396303901438</c:v>
                </c:pt>
                <c:pt idx="164">
                  <c:v>2021.1587953456537</c:v>
                </c:pt>
                <c:pt idx="165">
                  <c:v>2021.1779603011637</c:v>
                </c:pt>
                <c:pt idx="166">
                  <c:v>2021.1971252566734</c:v>
                </c:pt>
                <c:pt idx="167">
                  <c:v>2021.2162902121834</c:v>
                </c:pt>
                <c:pt idx="168">
                  <c:v>2021.2354551676933</c:v>
                </c:pt>
                <c:pt idx="169">
                  <c:v>2021.2546201232033</c:v>
                </c:pt>
                <c:pt idx="170">
                  <c:v>2021.2737850787132</c:v>
                </c:pt>
                <c:pt idx="171">
                  <c:v>2021.2929500342232</c:v>
                </c:pt>
                <c:pt idx="172">
                  <c:v>2021.3121149897331</c:v>
                </c:pt>
                <c:pt idx="173">
                  <c:v>2021.331279945243</c:v>
                </c:pt>
                <c:pt idx="174">
                  <c:v>2021.350444900753</c:v>
                </c:pt>
                <c:pt idx="175">
                  <c:v>2021.3696098562627</c:v>
                </c:pt>
                <c:pt idx="176">
                  <c:v>2021.3887748117727</c:v>
                </c:pt>
                <c:pt idx="177">
                  <c:v>2021.4079397672826</c:v>
                </c:pt>
                <c:pt idx="178">
                  <c:v>2021.4271047227926</c:v>
                </c:pt>
                <c:pt idx="179">
                  <c:v>2021.4462696783025</c:v>
                </c:pt>
                <c:pt idx="180">
                  <c:v>2021.4654346338125</c:v>
                </c:pt>
                <c:pt idx="181">
                  <c:v>2021.4845995893224</c:v>
                </c:pt>
                <c:pt idx="182">
                  <c:v>2021.5037645448324</c:v>
                </c:pt>
                <c:pt idx="183">
                  <c:v>2021.5229295003423</c:v>
                </c:pt>
                <c:pt idx="184">
                  <c:v>2021.542094455852</c:v>
                </c:pt>
                <c:pt idx="185">
                  <c:v>2021.561259411362</c:v>
                </c:pt>
                <c:pt idx="186">
                  <c:v>2021.580424366872</c:v>
                </c:pt>
                <c:pt idx="187">
                  <c:v>2021.599589322382</c:v>
                </c:pt>
                <c:pt idx="188">
                  <c:v>2021.6187542778919</c:v>
                </c:pt>
                <c:pt idx="189">
                  <c:v>2021.6379192334018</c:v>
                </c:pt>
                <c:pt idx="190">
                  <c:v>2021.6570841889118</c:v>
                </c:pt>
                <c:pt idx="191">
                  <c:v>2021.6762491444217</c:v>
                </c:pt>
                <c:pt idx="192">
                  <c:v>2021.6954140999314</c:v>
                </c:pt>
                <c:pt idx="193">
                  <c:v>2021.7145790554414</c:v>
                </c:pt>
                <c:pt idx="194">
                  <c:v>2021.7337440109513</c:v>
                </c:pt>
                <c:pt idx="195">
                  <c:v>2021.7529089664613</c:v>
                </c:pt>
                <c:pt idx="196">
                  <c:v>2021.7720739219712</c:v>
                </c:pt>
                <c:pt idx="197">
                  <c:v>2021.7912388774812</c:v>
                </c:pt>
                <c:pt idx="198">
                  <c:v>2021.8104038329911</c:v>
                </c:pt>
                <c:pt idx="199">
                  <c:v>2021.829568788501</c:v>
                </c:pt>
                <c:pt idx="200">
                  <c:v>2021.848733744011</c:v>
                </c:pt>
                <c:pt idx="201">
                  <c:v>2021.8678986995208</c:v>
                </c:pt>
                <c:pt idx="202">
                  <c:v>2021.8870636550307</c:v>
                </c:pt>
                <c:pt idx="203">
                  <c:v>2021.9062286105407</c:v>
                </c:pt>
                <c:pt idx="204">
                  <c:v>2021.9253935660506</c:v>
                </c:pt>
                <c:pt idx="205">
                  <c:v>2021.9445585215606</c:v>
                </c:pt>
                <c:pt idx="206">
                  <c:v>2021.9637234770705</c:v>
                </c:pt>
                <c:pt idx="207">
                  <c:v>2021.9828884325805</c:v>
                </c:pt>
                <c:pt idx="208">
                  <c:v>2022.002737850787</c:v>
                </c:pt>
                <c:pt idx="209">
                  <c:v>2022.021902806297</c:v>
                </c:pt>
                <c:pt idx="210">
                  <c:v>2022.041067761807</c:v>
                </c:pt>
                <c:pt idx="211">
                  <c:v>2022.060232717317</c:v>
                </c:pt>
                <c:pt idx="212">
                  <c:v>2022.0793976728269</c:v>
                </c:pt>
                <c:pt idx="213">
                  <c:v>2022.0985626283368</c:v>
                </c:pt>
                <c:pt idx="214">
                  <c:v>2022.1177275838468</c:v>
                </c:pt>
                <c:pt idx="215">
                  <c:v>2022.1368925393565</c:v>
                </c:pt>
                <c:pt idx="216">
                  <c:v>2022.1560574948664</c:v>
                </c:pt>
                <c:pt idx="217">
                  <c:v>2022.1752224503764</c:v>
                </c:pt>
                <c:pt idx="218">
                  <c:v>2022.1943874058863</c:v>
                </c:pt>
                <c:pt idx="219">
                  <c:v>2022.2135523613963</c:v>
                </c:pt>
                <c:pt idx="220">
                  <c:v>2022.2327173169062</c:v>
                </c:pt>
                <c:pt idx="221">
                  <c:v>2022.2518822724162</c:v>
                </c:pt>
                <c:pt idx="222">
                  <c:v>2022.2710472279261</c:v>
                </c:pt>
                <c:pt idx="223">
                  <c:v>2022.290212183436</c:v>
                </c:pt>
                <c:pt idx="224">
                  <c:v>2022.3093771389458</c:v>
                </c:pt>
                <c:pt idx="225">
                  <c:v>2022.3285420944558</c:v>
                </c:pt>
                <c:pt idx="226">
                  <c:v>2022.3477070499657</c:v>
                </c:pt>
                <c:pt idx="227">
                  <c:v>2022.3668720054757</c:v>
                </c:pt>
                <c:pt idx="228">
                  <c:v>2022.3860369609856</c:v>
                </c:pt>
                <c:pt idx="229">
                  <c:v>2022.4052019164956</c:v>
                </c:pt>
                <c:pt idx="230">
                  <c:v>2022.4243668720055</c:v>
                </c:pt>
                <c:pt idx="231">
                  <c:v>2022.4435318275155</c:v>
                </c:pt>
                <c:pt idx="232">
                  <c:v>2022.4626967830254</c:v>
                </c:pt>
                <c:pt idx="233">
                  <c:v>2022.4818617385351</c:v>
                </c:pt>
                <c:pt idx="234">
                  <c:v>2022.501026694045</c:v>
                </c:pt>
                <c:pt idx="235">
                  <c:v>2022.520191649555</c:v>
                </c:pt>
                <c:pt idx="236">
                  <c:v>2022.539356605065</c:v>
                </c:pt>
                <c:pt idx="237">
                  <c:v>2022.558521560575</c:v>
                </c:pt>
                <c:pt idx="238">
                  <c:v>2022.577686516085</c:v>
                </c:pt>
                <c:pt idx="239">
                  <c:v>2022.5968514715948</c:v>
                </c:pt>
                <c:pt idx="240">
                  <c:v>2022.6160164271048</c:v>
                </c:pt>
                <c:pt idx="241">
                  <c:v>2022.6351813826147</c:v>
                </c:pt>
                <c:pt idx="242">
                  <c:v>2022.6543463381245</c:v>
                </c:pt>
                <c:pt idx="243">
                  <c:v>2022.6735112936344</c:v>
                </c:pt>
                <c:pt idx="244">
                  <c:v>2022.6926762491444</c:v>
                </c:pt>
                <c:pt idx="245">
                  <c:v>2022.7118412046543</c:v>
                </c:pt>
                <c:pt idx="246">
                  <c:v>2022.7310061601643</c:v>
                </c:pt>
                <c:pt idx="247">
                  <c:v>2022.7501711156742</c:v>
                </c:pt>
                <c:pt idx="248">
                  <c:v>2022.7693360711842</c:v>
                </c:pt>
                <c:pt idx="249">
                  <c:v>2022.7885010266941</c:v>
                </c:pt>
                <c:pt idx="250">
                  <c:v>2022.807665982204</c:v>
                </c:pt>
                <c:pt idx="251">
                  <c:v>2022.8268309377138</c:v>
                </c:pt>
                <c:pt idx="252">
                  <c:v>2022.8459958932237</c:v>
                </c:pt>
                <c:pt idx="253">
                  <c:v>2022.8651608487337</c:v>
                </c:pt>
                <c:pt idx="254">
                  <c:v>2022.8843258042436</c:v>
                </c:pt>
                <c:pt idx="255">
                  <c:v>2022.9034907597536</c:v>
                </c:pt>
                <c:pt idx="256">
                  <c:v>2022.9226557152635</c:v>
                </c:pt>
                <c:pt idx="257">
                  <c:v>2022.9418206707735</c:v>
                </c:pt>
                <c:pt idx="258">
                  <c:v>2022.9609856262834</c:v>
                </c:pt>
                <c:pt idx="259">
                  <c:v>2022.9801505817934</c:v>
                </c:pt>
                <c:pt idx="260">
                  <c:v>2023.0</c:v>
                </c:pt>
                <c:pt idx="261">
                  <c:v>2023.01916495551</c:v>
                </c:pt>
                <c:pt idx="262">
                  <c:v>2023.03832991102</c:v>
                </c:pt>
                <c:pt idx="263">
                  <c:v>2023.0574948665299</c:v>
                </c:pt>
                <c:pt idx="264">
                  <c:v>2023.0766598220398</c:v>
                </c:pt>
                <c:pt idx="265">
                  <c:v>2023.0958247775495</c:v>
                </c:pt>
                <c:pt idx="266">
                  <c:v>2023.1149897330595</c:v>
                </c:pt>
                <c:pt idx="267">
                  <c:v>2023.1341546885694</c:v>
                </c:pt>
                <c:pt idx="268">
                  <c:v>2023.1533196440794</c:v>
                </c:pt>
                <c:pt idx="269">
                  <c:v>2023.1724845995893</c:v>
                </c:pt>
                <c:pt idx="270">
                  <c:v>2023.1916495550993</c:v>
                </c:pt>
                <c:pt idx="271">
                  <c:v>2023.2108145106092</c:v>
                </c:pt>
                <c:pt idx="272">
                  <c:v>2023.2299794661192</c:v>
                </c:pt>
                <c:pt idx="273">
                  <c:v>2023.2491444216291</c:v>
                </c:pt>
                <c:pt idx="274">
                  <c:v>2023.2683093771388</c:v>
                </c:pt>
                <c:pt idx="275">
                  <c:v>2023.2874743326488</c:v>
                </c:pt>
                <c:pt idx="276">
                  <c:v>2023.3066392881587</c:v>
                </c:pt>
                <c:pt idx="277">
                  <c:v>2023.3258042436687</c:v>
                </c:pt>
                <c:pt idx="278">
                  <c:v>2023.3449691991786</c:v>
                </c:pt>
                <c:pt idx="279">
                  <c:v>2023.3641341546886</c:v>
                </c:pt>
                <c:pt idx="280">
                  <c:v>2023.3832991101985</c:v>
                </c:pt>
                <c:pt idx="281">
                  <c:v>2023.4024640657085</c:v>
                </c:pt>
                <c:pt idx="282">
                  <c:v>2023.4216290212185</c:v>
                </c:pt>
                <c:pt idx="283">
                  <c:v>2023.4407939767282</c:v>
                </c:pt>
                <c:pt idx="284">
                  <c:v>2023.4599589322381</c:v>
                </c:pt>
                <c:pt idx="285">
                  <c:v>2023.479123887748</c:v>
                </c:pt>
                <c:pt idx="286">
                  <c:v>2023.498288843258</c:v>
                </c:pt>
                <c:pt idx="287">
                  <c:v>2023.517453798768</c:v>
                </c:pt>
                <c:pt idx="288">
                  <c:v>2023.536618754278</c:v>
                </c:pt>
                <c:pt idx="289">
                  <c:v>2023.5557837097879</c:v>
                </c:pt>
                <c:pt idx="290">
                  <c:v>2023.5749486652978</c:v>
                </c:pt>
                <c:pt idx="291">
                  <c:v>2023.5941136208078</c:v>
                </c:pt>
                <c:pt idx="292">
                  <c:v>2023.6132785763175</c:v>
                </c:pt>
                <c:pt idx="293">
                  <c:v>2023.6324435318274</c:v>
                </c:pt>
                <c:pt idx="294">
                  <c:v>2023.6516084873374</c:v>
                </c:pt>
                <c:pt idx="295">
                  <c:v>2023.6707734428473</c:v>
                </c:pt>
                <c:pt idx="296">
                  <c:v>2023.6899383983573</c:v>
                </c:pt>
                <c:pt idx="297">
                  <c:v>2023.7091033538672</c:v>
                </c:pt>
                <c:pt idx="298">
                  <c:v>2023.7282683093772</c:v>
                </c:pt>
                <c:pt idx="299">
                  <c:v>2023.7474332648871</c:v>
                </c:pt>
                <c:pt idx="300">
                  <c:v>2023.766598220397</c:v>
                </c:pt>
                <c:pt idx="301">
                  <c:v>2023.7857631759068</c:v>
                </c:pt>
                <c:pt idx="302">
                  <c:v>2023.8049281314168</c:v>
                </c:pt>
                <c:pt idx="303">
                  <c:v>2023.8240930869267</c:v>
                </c:pt>
                <c:pt idx="304">
                  <c:v>2023.8432580424367</c:v>
                </c:pt>
                <c:pt idx="305">
                  <c:v>2023.8624229979466</c:v>
                </c:pt>
                <c:pt idx="306">
                  <c:v>2023.8815879534566</c:v>
                </c:pt>
                <c:pt idx="307">
                  <c:v>2023.9007529089665</c:v>
                </c:pt>
                <c:pt idx="308">
                  <c:v>2023.9199178644765</c:v>
                </c:pt>
                <c:pt idx="309">
                  <c:v>2023.9390828199862</c:v>
                </c:pt>
                <c:pt idx="310">
                  <c:v>2023.9582477754961</c:v>
                </c:pt>
                <c:pt idx="311">
                  <c:v>2023.977412731006</c:v>
                </c:pt>
                <c:pt idx="312">
                  <c:v>2023.996577686516</c:v>
                </c:pt>
                <c:pt idx="313">
                  <c:v>2024.0164271047229</c:v>
                </c:pt>
                <c:pt idx="314">
                  <c:v>2024.0355920602328</c:v>
                </c:pt>
                <c:pt idx="315">
                  <c:v>2024.0547570157426</c:v>
                </c:pt>
                <c:pt idx="316">
                  <c:v>2024.0739219712525</c:v>
                </c:pt>
                <c:pt idx="317">
                  <c:v>2024.0930869267625</c:v>
                </c:pt>
                <c:pt idx="318">
                  <c:v>2024.1122518822724</c:v>
                </c:pt>
                <c:pt idx="319">
                  <c:v>2024.1314168377824</c:v>
                </c:pt>
                <c:pt idx="320">
                  <c:v>2024.1505817932923</c:v>
                </c:pt>
                <c:pt idx="321">
                  <c:v>2024.1697467488023</c:v>
                </c:pt>
                <c:pt idx="322">
                  <c:v>2024.1889117043122</c:v>
                </c:pt>
                <c:pt idx="323">
                  <c:v>2024.208076659822</c:v>
                </c:pt>
                <c:pt idx="324">
                  <c:v>2024.2272416153319</c:v>
                </c:pt>
                <c:pt idx="325">
                  <c:v>2024.2464065708418</c:v>
                </c:pt>
                <c:pt idx="326">
                  <c:v>2024.2655715263518</c:v>
                </c:pt>
                <c:pt idx="327">
                  <c:v>2024.2847364818617</c:v>
                </c:pt>
                <c:pt idx="328">
                  <c:v>2024.3039014373717</c:v>
                </c:pt>
                <c:pt idx="329">
                  <c:v>2024.3230663928816</c:v>
                </c:pt>
                <c:pt idx="330">
                  <c:v>2024.3422313483916</c:v>
                </c:pt>
                <c:pt idx="331">
                  <c:v>2024.3613963039015</c:v>
                </c:pt>
                <c:pt idx="332">
                  <c:v>2024.3805612594113</c:v>
                </c:pt>
                <c:pt idx="333">
                  <c:v>2024.3997262149212</c:v>
                </c:pt>
                <c:pt idx="334">
                  <c:v>2024.4188911704312</c:v>
                </c:pt>
                <c:pt idx="335">
                  <c:v>2024.438056125941</c:v>
                </c:pt>
                <c:pt idx="336">
                  <c:v>2024.457221081451</c:v>
                </c:pt>
                <c:pt idx="337">
                  <c:v>2024.476386036961</c:v>
                </c:pt>
                <c:pt idx="338">
                  <c:v>2024.495550992471</c:v>
                </c:pt>
                <c:pt idx="339">
                  <c:v>2024.514715947981</c:v>
                </c:pt>
                <c:pt idx="340">
                  <c:v>2024.5338809034909</c:v>
                </c:pt>
                <c:pt idx="341">
                  <c:v>2024.5530458590006</c:v>
                </c:pt>
                <c:pt idx="342">
                  <c:v>2024.5722108145105</c:v>
                </c:pt>
                <c:pt idx="343">
                  <c:v>2024.5913757700205</c:v>
                </c:pt>
                <c:pt idx="344">
                  <c:v>2024.6105407255304</c:v>
                </c:pt>
                <c:pt idx="345">
                  <c:v>2024.6297056810404</c:v>
                </c:pt>
                <c:pt idx="346">
                  <c:v>2024.6488706365503</c:v>
                </c:pt>
                <c:pt idx="347">
                  <c:v>2024.6680355920603</c:v>
                </c:pt>
                <c:pt idx="348">
                  <c:v>2024.6872005475702</c:v>
                </c:pt>
                <c:pt idx="349">
                  <c:v>2024.7063655030802</c:v>
                </c:pt>
                <c:pt idx="350">
                  <c:v>2024.72553045859</c:v>
                </c:pt>
                <c:pt idx="351">
                  <c:v>2024.7446954140999</c:v>
                </c:pt>
                <c:pt idx="352">
                  <c:v>2024.7638603696098</c:v>
                </c:pt>
                <c:pt idx="353">
                  <c:v>2024.7830253251198</c:v>
                </c:pt>
                <c:pt idx="354">
                  <c:v>2024.8021902806297</c:v>
                </c:pt>
                <c:pt idx="355">
                  <c:v>2024.8213552361397</c:v>
                </c:pt>
                <c:pt idx="356">
                  <c:v>2024.8405201916496</c:v>
                </c:pt>
                <c:pt idx="357">
                  <c:v>2024.8596851471596</c:v>
                </c:pt>
                <c:pt idx="358">
                  <c:v>2024.8788501026695</c:v>
                </c:pt>
                <c:pt idx="359">
                  <c:v>2024.8980150581792</c:v>
                </c:pt>
                <c:pt idx="360">
                  <c:v>2024.9171800136892</c:v>
                </c:pt>
                <c:pt idx="361">
                  <c:v>2024.9363449691991</c:v>
                </c:pt>
                <c:pt idx="362">
                  <c:v>2024.955509924709</c:v>
                </c:pt>
                <c:pt idx="363">
                  <c:v>2024.974674880219</c:v>
                </c:pt>
                <c:pt idx="364">
                  <c:v>2024.993839835729</c:v>
                </c:pt>
                <c:pt idx="365">
                  <c:v>2025.0109514031485</c:v>
                </c:pt>
                <c:pt idx="366">
                  <c:v>2025.0301163586585</c:v>
                </c:pt>
                <c:pt idx="367">
                  <c:v>2025.0492813141684</c:v>
                </c:pt>
                <c:pt idx="368">
                  <c:v>2025.0684462696784</c:v>
                </c:pt>
                <c:pt idx="369">
                  <c:v>2025.0876112251883</c:v>
                </c:pt>
                <c:pt idx="370">
                  <c:v>2025.1067761806983</c:v>
                </c:pt>
                <c:pt idx="371">
                  <c:v>2025.125941136208</c:v>
                </c:pt>
                <c:pt idx="372">
                  <c:v>2025.145106091718</c:v>
                </c:pt>
                <c:pt idx="373">
                  <c:v>2025.1642710472279</c:v>
                </c:pt>
                <c:pt idx="374">
                  <c:v>2025.1834360027378</c:v>
                </c:pt>
                <c:pt idx="375">
                  <c:v>2025.2026009582478</c:v>
                </c:pt>
                <c:pt idx="376">
                  <c:v>2025.2217659137577</c:v>
                </c:pt>
                <c:pt idx="377">
                  <c:v>2025.2409308692677</c:v>
                </c:pt>
                <c:pt idx="378">
                  <c:v>2025.2600958247776</c:v>
                </c:pt>
                <c:pt idx="379">
                  <c:v>2025.2792607802876</c:v>
                </c:pt>
                <c:pt idx="380">
                  <c:v>2025.2984257357973</c:v>
                </c:pt>
                <c:pt idx="381">
                  <c:v>2025.3175906913073</c:v>
                </c:pt>
                <c:pt idx="382">
                  <c:v>2025.3367556468172</c:v>
                </c:pt>
                <c:pt idx="383">
                  <c:v>2025.3559206023272</c:v>
                </c:pt>
                <c:pt idx="384">
                  <c:v>2025.375085557837</c:v>
                </c:pt>
                <c:pt idx="385">
                  <c:v>2025.394250513347</c:v>
                </c:pt>
                <c:pt idx="386">
                  <c:v>2025.413415468857</c:v>
                </c:pt>
                <c:pt idx="387">
                  <c:v>2025.432580424367</c:v>
                </c:pt>
                <c:pt idx="388">
                  <c:v>2025.4517453798767</c:v>
                </c:pt>
                <c:pt idx="389">
                  <c:v>2025.4709103353866</c:v>
                </c:pt>
                <c:pt idx="390">
                  <c:v>2025.4900752908966</c:v>
                </c:pt>
                <c:pt idx="391">
                  <c:v>2025.5092402464065</c:v>
                </c:pt>
                <c:pt idx="392">
                  <c:v>2025.5284052019165</c:v>
                </c:pt>
                <c:pt idx="393">
                  <c:v>2025.5475701574264</c:v>
                </c:pt>
                <c:pt idx="394">
                  <c:v>2025.5667351129364</c:v>
                </c:pt>
                <c:pt idx="395">
                  <c:v>2025.5859000684463</c:v>
                </c:pt>
                <c:pt idx="396">
                  <c:v>2025.6050650239563</c:v>
                </c:pt>
                <c:pt idx="397">
                  <c:v>2025.624229979466</c:v>
                </c:pt>
                <c:pt idx="398">
                  <c:v>2025.643394934976</c:v>
                </c:pt>
                <c:pt idx="399">
                  <c:v>2025.662559890486</c:v>
                </c:pt>
                <c:pt idx="400">
                  <c:v>2025.6817248459959</c:v>
                </c:pt>
                <c:pt idx="401">
                  <c:v>2025.7008898015058</c:v>
                </c:pt>
                <c:pt idx="402">
                  <c:v>2025.7200547570158</c:v>
                </c:pt>
                <c:pt idx="403">
                  <c:v>2025.7392197125257</c:v>
                </c:pt>
                <c:pt idx="404">
                  <c:v>2025.7583846680357</c:v>
                </c:pt>
                <c:pt idx="405">
                  <c:v>2025.7775496235456</c:v>
                </c:pt>
                <c:pt idx="406">
                  <c:v>2025.7967145790553</c:v>
                </c:pt>
                <c:pt idx="407">
                  <c:v>2025.8158795345653</c:v>
                </c:pt>
                <c:pt idx="408">
                  <c:v>2025.8350444900752</c:v>
                </c:pt>
                <c:pt idx="409">
                  <c:v>2025.8542094455852</c:v>
                </c:pt>
                <c:pt idx="410">
                  <c:v>2025.8733744010951</c:v>
                </c:pt>
                <c:pt idx="411">
                  <c:v>2025.892539356605</c:v>
                </c:pt>
                <c:pt idx="412">
                  <c:v>2025.911704312115</c:v>
                </c:pt>
                <c:pt idx="413">
                  <c:v>2025.930869267625</c:v>
                </c:pt>
                <c:pt idx="414">
                  <c:v>2025.950034223135</c:v>
                </c:pt>
                <c:pt idx="415">
                  <c:v>2025.9691991786447</c:v>
                </c:pt>
                <c:pt idx="416">
                  <c:v>2025.9883641341546</c:v>
                </c:pt>
                <c:pt idx="417">
                  <c:v>2026.0082135523614</c:v>
                </c:pt>
                <c:pt idx="418">
                  <c:v>2026.0273785078714</c:v>
                </c:pt>
                <c:pt idx="419">
                  <c:v>2026.0465434633813</c:v>
                </c:pt>
                <c:pt idx="420">
                  <c:v>2026.065708418891</c:v>
                </c:pt>
                <c:pt idx="421">
                  <c:v>2026.084873374401</c:v>
                </c:pt>
                <c:pt idx="422">
                  <c:v>2026.104038329911</c:v>
                </c:pt>
                <c:pt idx="423">
                  <c:v>2026.123203285421</c:v>
                </c:pt>
                <c:pt idx="424">
                  <c:v>2026.1423682409309</c:v>
                </c:pt>
                <c:pt idx="425">
                  <c:v>2026.1615331964408</c:v>
                </c:pt>
                <c:pt idx="426">
                  <c:v>2026.1806981519508</c:v>
                </c:pt>
                <c:pt idx="427">
                  <c:v>2026.1998631074607</c:v>
                </c:pt>
                <c:pt idx="428">
                  <c:v>2026.2190280629707</c:v>
                </c:pt>
                <c:pt idx="429">
                  <c:v>2026.2381930184804</c:v>
                </c:pt>
                <c:pt idx="430">
                  <c:v>2026.2573579739903</c:v>
                </c:pt>
                <c:pt idx="431">
                  <c:v>2026.2765229295003</c:v>
                </c:pt>
                <c:pt idx="432">
                  <c:v>2026.2956878850102</c:v>
                </c:pt>
                <c:pt idx="433">
                  <c:v>2026.3148528405202</c:v>
                </c:pt>
                <c:pt idx="434">
                  <c:v>2026.3340177960301</c:v>
                </c:pt>
                <c:pt idx="435">
                  <c:v>2026.35318275154</c:v>
                </c:pt>
                <c:pt idx="436">
                  <c:v>2026.37234770705</c:v>
                </c:pt>
                <c:pt idx="437">
                  <c:v>2026.39151266256</c:v>
                </c:pt>
                <c:pt idx="438">
                  <c:v>2026.4106776180697</c:v>
                </c:pt>
                <c:pt idx="439">
                  <c:v>2026.4298425735797</c:v>
                </c:pt>
                <c:pt idx="440">
                  <c:v>2026.4490075290896</c:v>
                </c:pt>
                <c:pt idx="441">
                  <c:v>2026.4681724845996</c:v>
                </c:pt>
                <c:pt idx="442">
                  <c:v>2026.4873374401095</c:v>
                </c:pt>
                <c:pt idx="443">
                  <c:v>2026.5065023956195</c:v>
                </c:pt>
                <c:pt idx="444">
                  <c:v>2026.5256673511294</c:v>
                </c:pt>
                <c:pt idx="445">
                  <c:v>2026.5448323066394</c:v>
                </c:pt>
                <c:pt idx="446">
                  <c:v>2026.5639972621493</c:v>
                </c:pt>
                <c:pt idx="447">
                  <c:v>2026.583162217659</c:v>
                </c:pt>
                <c:pt idx="448">
                  <c:v>2026.602327173169</c:v>
                </c:pt>
                <c:pt idx="449">
                  <c:v>2026.621492128679</c:v>
                </c:pt>
                <c:pt idx="450">
                  <c:v>2026.640657084189</c:v>
                </c:pt>
                <c:pt idx="451">
                  <c:v>2026.6598220396988</c:v>
                </c:pt>
                <c:pt idx="452">
                  <c:v>2026.6789869952088</c:v>
                </c:pt>
                <c:pt idx="453">
                  <c:v>2026.6981519507187</c:v>
                </c:pt>
                <c:pt idx="454">
                  <c:v>2026.7173169062287</c:v>
                </c:pt>
                <c:pt idx="455">
                  <c:v>2026.7364818617386</c:v>
                </c:pt>
                <c:pt idx="456">
                  <c:v>2026.7556468172484</c:v>
                </c:pt>
              </c:numCache>
            </c:numRef>
          </c:xVal>
          <c:yVal>
            <c:numRef>
              <c:f>Sheet1!$B$2:$B$458</c:f>
              <c:numCache>
                <c:formatCode>General</c:formatCode>
                <c:ptCount val="457"/>
                <c:pt idx="0">
                  <c:v>117749.0</c:v>
                </c:pt>
                <c:pt idx="1">
                  <c:v>98245.0</c:v>
                </c:pt>
                <c:pt idx="2">
                  <c:v>84065.0</c:v>
                </c:pt>
                <c:pt idx="3">
                  <c:v>86616.0</c:v>
                </c:pt>
                <c:pt idx="4">
                  <c:v>59675.0</c:v>
                </c:pt>
                <c:pt idx="5">
                  <c:v>58793.0</c:v>
                </c:pt>
                <c:pt idx="6">
                  <c:v>75705.0</c:v>
                </c:pt>
                <c:pt idx="7">
                  <c:v>69920.0</c:v>
                </c:pt>
                <c:pt idx="8">
                  <c:v>83955.0</c:v>
                </c:pt>
                <c:pt idx="9">
                  <c:v>69509.0</c:v>
                </c:pt>
                <c:pt idx="10">
                  <c:v>59713.0</c:v>
                </c:pt>
                <c:pt idx="11">
                  <c:v>61755.0</c:v>
                </c:pt>
                <c:pt idx="12">
                  <c:v>49673.0</c:v>
                </c:pt>
                <c:pt idx="13">
                  <c:v>51168.0</c:v>
                </c:pt>
                <c:pt idx="14">
                  <c:v>60916.0</c:v>
                </c:pt>
                <c:pt idx="15">
                  <c:v>64066.0</c:v>
                </c:pt>
                <c:pt idx="16">
                  <c:v>68673.0</c:v>
                </c:pt>
                <c:pt idx="17">
                  <c:v>70423.0</c:v>
                </c:pt>
                <c:pt idx="18">
                  <c:v>63283.0</c:v>
                </c:pt>
                <c:pt idx="19">
                  <c:v>62170.0</c:v>
                </c:pt>
                <c:pt idx="20">
                  <c:v>53508.0</c:v>
                </c:pt>
                <c:pt idx="21">
                  <c:v>56244.0</c:v>
                </c:pt>
                <c:pt idx="22">
                  <c:v>49323.0</c:v>
                </c:pt>
                <c:pt idx="23">
                  <c:v>47024.0</c:v>
                </c:pt>
                <c:pt idx="24">
                  <c:v>44744.0</c:v>
                </c:pt>
                <c:pt idx="25">
                  <c:v>46347.0</c:v>
                </c:pt>
                <c:pt idx="26">
                  <c:v>48938.0</c:v>
                </c:pt>
                <c:pt idx="27">
                  <c:v>46319.0</c:v>
                </c:pt>
                <c:pt idx="28">
                  <c:v>53915.0</c:v>
                </c:pt>
                <c:pt idx="29">
                  <c:v>59866.0</c:v>
                </c:pt>
                <c:pt idx="30">
                  <c:v>51213.0</c:v>
                </c:pt>
                <c:pt idx="31">
                  <c:v>45994.0</c:v>
                </c:pt>
                <c:pt idx="32">
                  <c:v>47227.0</c:v>
                </c:pt>
                <c:pt idx="33">
                  <c:v>48849.0</c:v>
                </c:pt>
                <c:pt idx="34">
                  <c:v>53239.0</c:v>
                </c:pt>
                <c:pt idx="35">
                  <c:v>45574.0</c:v>
                </c:pt>
                <c:pt idx="36">
                  <c:v>47428.0</c:v>
                </c:pt>
                <c:pt idx="37">
                  <c:v>48908.0</c:v>
                </c:pt>
                <c:pt idx="38">
                  <c:v>48314.0</c:v>
                </c:pt>
                <c:pt idx="39">
                  <c:v>48231.0</c:v>
                </c:pt>
                <c:pt idx="40">
                  <c:v>46220.0</c:v>
                </c:pt>
                <c:pt idx="41">
                  <c:v>48048.0</c:v>
                </c:pt>
                <c:pt idx="42">
                  <c:v>47318.0</c:v>
                </c:pt>
                <c:pt idx="43">
                  <c:v>47288.0</c:v>
                </c:pt>
                <c:pt idx="44">
                  <c:v>47025.0</c:v>
                </c:pt>
                <c:pt idx="45">
                  <c:v>41281.0</c:v>
                </c:pt>
                <c:pt idx="46">
                  <c:v>29789.0</c:v>
                </c:pt>
                <c:pt idx="47">
                  <c:v>30338.0</c:v>
                </c:pt>
                <c:pt idx="48">
                  <c:v>25849.0</c:v>
                </c:pt>
                <c:pt idx="49">
                  <c:v>23540.0</c:v>
                </c:pt>
                <c:pt idx="50">
                  <c:v>28651.0</c:v>
                </c:pt>
                <c:pt idx="51">
                  <c:v>27720.0</c:v>
                </c:pt>
                <c:pt idx="52">
                  <c:v>29073.0</c:v>
                </c:pt>
                <c:pt idx="53">
                  <c:v>25349.0</c:v>
                </c:pt>
                <c:pt idx="54">
                  <c:v>25805.0</c:v>
                </c:pt>
                <c:pt idx="55">
                  <c:v>25889.0</c:v>
                </c:pt>
                <c:pt idx="56">
                  <c:v>25213.0</c:v>
                </c:pt>
                <c:pt idx="57">
                  <c:v>26831.0</c:v>
                </c:pt>
                <c:pt idx="58">
                  <c:v>26740.0</c:v>
                </c:pt>
                <c:pt idx="59">
                  <c:v>27294.0</c:v>
                </c:pt>
                <c:pt idx="60">
                  <c:v>27762.0</c:v>
                </c:pt>
                <c:pt idx="61">
                  <c:v>28557.0</c:v>
                </c:pt>
                <c:pt idx="62">
                  <c:v>29026.0</c:v>
                </c:pt>
                <c:pt idx="63">
                  <c:v>29107.0</c:v>
                </c:pt>
                <c:pt idx="64">
                  <c:v>29922.0</c:v>
                </c:pt>
                <c:pt idx="65">
                  <c:v>37696.0</c:v>
                </c:pt>
                <c:pt idx="66">
                  <c:v>37412.0</c:v>
                </c:pt>
                <c:pt idx="67">
                  <c:v>38322.0</c:v>
                </c:pt>
                <c:pt idx="68">
                  <c:v>38697.0</c:v>
                </c:pt>
                <c:pt idx="69">
                  <c:v>42110.0</c:v>
                </c:pt>
                <c:pt idx="70">
                  <c:v>50798.0</c:v>
                </c:pt>
                <c:pt idx="71">
                  <c:v>59410.0</c:v>
                </c:pt>
                <c:pt idx="72">
                  <c:v>62807.0</c:v>
                </c:pt>
                <c:pt idx="73">
                  <c:v>63621.0</c:v>
                </c:pt>
                <c:pt idx="74">
                  <c:v>55616.0</c:v>
                </c:pt>
                <c:pt idx="75">
                  <c:v>65278.0</c:v>
                </c:pt>
                <c:pt idx="76">
                  <c:v>79516.0</c:v>
                </c:pt>
                <c:pt idx="77">
                  <c:v>79137.0</c:v>
                </c:pt>
                <c:pt idx="78">
                  <c:v>83162.0</c:v>
                </c:pt>
                <c:pt idx="79">
                  <c:v>74179.0</c:v>
                </c:pt>
                <c:pt idx="80">
                  <c:v>77207.0</c:v>
                </c:pt>
                <c:pt idx="81">
                  <c:v>69567.0</c:v>
                </c:pt>
                <c:pt idx="82">
                  <c:v>79684.0</c:v>
                </c:pt>
                <c:pt idx="83">
                  <c:v>84210.0</c:v>
                </c:pt>
                <c:pt idx="84">
                  <c:v>75146.0</c:v>
                </c:pt>
                <c:pt idx="85">
                  <c:v>73950.0</c:v>
                </c:pt>
                <c:pt idx="86">
                  <c:v>70904.0</c:v>
                </c:pt>
                <c:pt idx="87">
                  <c:v>75689.0</c:v>
                </c:pt>
                <c:pt idx="88">
                  <c:v>75111.0</c:v>
                </c:pt>
                <c:pt idx="89">
                  <c:v>73120.0</c:v>
                </c:pt>
                <c:pt idx="90">
                  <c:v>58647.0</c:v>
                </c:pt>
                <c:pt idx="91">
                  <c:v>57265.0</c:v>
                </c:pt>
                <c:pt idx="92">
                  <c:v>60333.0</c:v>
                </c:pt>
                <c:pt idx="93">
                  <c:v>59956.0</c:v>
                </c:pt>
                <c:pt idx="94">
                  <c:v>69482.0</c:v>
                </c:pt>
                <c:pt idx="95">
                  <c:v>67038.0</c:v>
                </c:pt>
                <c:pt idx="96">
                  <c:v>65906.0</c:v>
                </c:pt>
                <c:pt idx="97">
                  <c:v>61990.0</c:v>
                </c:pt>
                <c:pt idx="98">
                  <c:v>50331.0</c:v>
                </c:pt>
                <c:pt idx="99">
                  <c:v>53887.0</c:v>
                </c:pt>
                <c:pt idx="100">
                  <c:v>54756.0</c:v>
                </c:pt>
                <c:pt idx="101">
                  <c:v>51901.0</c:v>
                </c:pt>
                <c:pt idx="102">
                  <c:v>54693.0</c:v>
                </c:pt>
                <c:pt idx="103">
                  <c:v>53867.0</c:v>
                </c:pt>
                <c:pt idx="104">
                  <c:v>53652.0</c:v>
                </c:pt>
                <c:pt idx="105">
                  <c:v>59676.0</c:v>
                </c:pt>
                <c:pt idx="106">
                  <c:v>63444.0</c:v>
                </c:pt>
                <c:pt idx="107">
                  <c:v>62811.0</c:v>
                </c:pt>
                <c:pt idx="108">
                  <c:v>68035.0</c:v>
                </c:pt>
                <c:pt idx="109">
                  <c:v>74016.0</c:v>
                </c:pt>
                <c:pt idx="110">
                  <c:v>72306.0</c:v>
                </c:pt>
                <c:pt idx="111">
                  <c:v>72446.0</c:v>
                </c:pt>
                <c:pt idx="112">
                  <c:v>62205.0</c:v>
                </c:pt>
                <c:pt idx="113">
                  <c:v>58570.0</c:v>
                </c:pt>
                <c:pt idx="114">
                  <c:v>39089.0</c:v>
                </c:pt>
                <c:pt idx="115">
                  <c:v>42406.0</c:v>
                </c:pt>
                <c:pt idx="116">
                  <c:v>42881.0</c:v>
                </c:pt>
                <c:pt idx="117">
                  <c:v>49380.0</c:v>
                </c:pt>
                <c:pt idx="118">
                  <c:v>50335.0</c:v>
                </c:pt>
                <c:pt idx="119">
                  <c:v>51917.0</c:v>
                </c:pt>
                <c:pt idx="120">
                  <c:v>56090.0</c:v>
                </c:pt>
                <c:pt idx="121">
                  <c:v>64847.0</c:v>
                </c:pt>
                <c:pt idx="122">
                  <c:v>63597.0</c:v>
                </c:pt>
                <c:pt idx="123">
                  <c:v>70577.0</c:v>
                </c:pt>
                <c:pt idx="124">
                  <c:v>63579.0</c:v>
                </c:pt>
                <c:pt idx="125">
                  <c:v>68887.0</c:v>
                </c:pt>
                <c:pt idx="126">
                  <c:v>71065.0</c:v>
                </c:pt>
                <c:pt idx="127">
                  <c:v>68113.0</c:v>
                </c:pt>
                <c:pt idx="128">
                  <c:v>67767.0</c:v>
                </c:pt>
                <c:pt idx="129">
                  <c:v>66467.0</c:v>
                </c:pt>
                <c:pt idx="130">
                  <c:v>66125.0</c:v>
                </c:pt>
                <c:pt idx="131">
                  <c:v>67826.0</c:v>
                </c:pt>
                <c:pt idx="132">
                  <c:v>67142.0</c:v>
                </c:pt>
                <c:pt idx="133">
                  <c:v>72410.0</c:v>
                </c:pt>
                <c:pt idx="134">
                  <c:v>80721.0</c:v>
                </c:pt>
                <c:pt idx="135">
                  <c:v>85170.0</c:v>
                </c:pt>
                <c:pt idx="136">
                  <c:v>86842.0</c:v>
                </c:pt>
                <c:pt idx="137">
                  <c:v>84926.0</c:v>
                </c:pt>
                <c:pt idx="138">
                  <c:v>85385.0</c:v>
                </c:pt>
                <c:pt idx="139">
                  <c:v>74777.0</c:v>
                </c:pt>
                <c:pt idx="140">
                  <c:v>75336.0</c:v>
                </c:pt>
                <c:pt idx="141">
                  <c:v>79619.0</c:v>
                </c:pt>
                <c:pt idx="142">
                  <c:v>78554.0</c:v>
                </c:pt>
                <c:pt idx="143">
                  <c:v>77770.0</c:v>
                </c:pt>
                <c:pt idx="144">
                  <c:v>82891.0</c:v>
                </c:pt>
                <c:pt idx="145">
                  <c:v>83869.0</c:v>
                </c:pt>
                <c:pt idx="146">
                  <c:v>94992.0</c:v>
                </c:pt>
                <c:pt idx="147">
                  <c:v>100334.0</c:v>
                </c:pt>
                <c:pt idx="148">
                  <c:v>112828.0</c:v>
                </c:pt>
                <c:pt idx="149">
                  <c:v>116342.0</c:v>
                </c:pt>
                <c:pt idx="150">
                  <c:v>134259.0</c:v>
                </c:pt>
                <c:pt idx="151">
                  <c:v>132586.0</c:v>
                </c:pt>
                <c:pt idx="152">
                  <c:v>141148.0</c:v>
                </c:pt>
                <c:pt idx="153">
                  <c:v>139804.0</c:v>
                </c:pt>
                <c:pt idx="154">
                  <c:v>171013.0</c:v>
                </c:pt>
                <c:pt idx="155">
                  <c:v>191618.0</c:v>
                </c:pt>
                <c:pt idx="156">
                  <c:v>240601.0</c:v>
                </c:pt>
                <c:pt idx="157">
                  <c:v>278150.0</c:v>
                </c:pt>
                <c:pt idx="158">
                  <c:v>261224.0</c:v>
                </c:pt>
                <c:pt idx="159">
                  <c:v>235205.0</c:v>
                </c:pt>
                <c:pt idx="160">
                  <c:v>241279.0</c:v>
                </c:pt>
                <c:pt idx="161">
                  <c:v>282857.0</c:v>
                </c:pt>
                <c:pt idx="162">
                  <c:v>354178.0</c:v>
                </c:pt>
                <c:pt idx="163">
                  <c:v>418563.0</c:v>
                </c:pt>
                <c:pt idx="164">
                  <c:v>329081.0</c:v>
                </c:pt>
                <c:pt idx="165">
                  <c:v>371632.0</c:v>
                </c:pt>
                <c:pt idx="166">
                  <c:v>429934.0</c:v>
                </c:pt>
                <c:pt idx="167">
                  <c:v>418147.0</c:v>
                </c:pt>
                <c:pt idx="168">
                  <c:v>406671.0</c:v>
                </c:pt>
                <c:pt idx="169">
                  <c:v>424347.0</c:v>
                </c:pt>
                <c:pt idx="170">
                  <c:v>437474.0</c:v>
                </c:pt>
                <c:pt idx="171">
                  <c:v>409386.0</c:v>
                </c:pt>
                <c:pt idx="172">
                  <c:v>357743.0</c:v>
                </c:pt>
                <c:pt idx="173">
                  <c:v>412508.0</c:v>
                </c:pt>
                <c:pt idx="174">
                  <c:v>424631.0</c:v>
                </c:pt>
                <c:pt idx="175">
                  <c:v>338529.0</c:v>
                </c:pt>
                <c:pt idx="176">
                  <c:v>252669.0</c:v>
                </c:pt>
                <c:pt idx="177">
                  <c:v>259858.0</c:v>
                </c:pt>
                <c:pt idx="178">
                  <c:v>260989.0</c:v>
                </c:pt>
                <c:pt idx="179">
                  <c:v>284497.0</c:v>
                </c:pt>
                <c:pt idx="180">
                  <c:v>259559.0</c:v>
                </c:pt>
                <c:pt idx="181">
                  <c:v>252998.0</c:v>
                </c:pt>
                <c:pt idx="182">
                  <c:v>257272.0</c:v>
                </c:pt>
                <c:pt idx="183">
                  <c:v>249780.0</c:v>
                </c:pt>
                <c:pt idx="184">
                  <c:v>231696.0</c:v>
                </c:pt>
                <c:pt idx="185">
                  <c:v>257961.0</c:v>
                </c:pt>
                <c:pt idx="186">
                  <c:v>290511.0</c:v>
                </c:pt>
                <c:pt idx="187">
                  <c:v>319302.0</c:v>
                </c:pt>
                <c:pt idx="188">
                  <c:v>342483.0</c:v>
                </c:pt>
                <c:pt idx="189">
                  <c:v>359000.0</c:v>
                </c:pt>
                <c:pt idx="190">
                  <c:v>355563.0</c:v>
                </c:pt>
                <c:pt idx="191">
                  <c:v>377356.0</c:v>
                </c:pt>
                <c:pt idx="192">
                  <c:v>335567.0</c:v>
                </c:pt>
                <c:pt idx="193">
                  <c:v>344437.0</c:v>
                </c:pt>
                <c:pt idx="194">
                  <c:v>314684.0</c:v>
                </c:pt>
                <c:pt idx="195">
                  <c:v>351423.0</c:v>
                </c:pt>
                <c:pt idx="196">
                  <c:v>398516.0</c:v>
                </c:pt>
                <c:pt idx="197">
                  <c:v>448599.0</c:v>
                </c:pt>
                <c:pt idx="198">
                  <c:v>443670.0</c:v>
                </c:pt>
                <c:pt idx="199">
                  <c:v>446933.0</c:v>
                </c:pt>
                <c:pt idx="200">
                  <c:v>461324.0</c:v>
                </c:pt>
                <c:pt idx="201">
                  <c:v>477696.0</c:v>
                </c:pt>
                <c:pt idx="202">
                  <c:v>427410.0</c:v>
                </c:pt>
                <c:pt idx="203">
                  <c:v>417588.0</c:v>
                </c:pt>
                <c:pt idx="204">
                  <c:v>360146.0</c:v>
                </c:pt>
                <c:pt idx="205">
                  <c:v>364940.0</c:v>
                </c:pt>
                <c:pt idx="206">
                  <c:v>340350.0</c:v>
                </c:pt>
                <c:pt idx="207">
                  <c:v>370201.0</c:v>
                </c:pt>
                <c:pt idx="208">
                  <c:v>344761.0</c:v>
                </c:pt>
                <c:pt idx="209">
                  <c:v>305232.0</c:v>
                </c:pt>
                <c:pt idx="210">
                  <c:v>314033.0</c:v>
                </c:pt>
                <c:pt idx="211">
                  <c:v>264257.0</c:v>
                </c:pt>
                <c:pt idx="212">
                  <c:v>276194.0</c:v>
                </c:pt>
                <c:pt idx="213">
                  <c:v>308996.0</c:v>
                </c:pt>
                <c:pt idx="214">
                  <c:v>306611.0</c:v>
                </c:pt>
                <c:pt idx="215">
                  <c:v>279877.0</c:v>
                </c:pt>
                <c:pt idx="216">
                  <c:v>274862.0</c:v>
                </c:pt>
                <c:pt idx="217">
                  <c:v>280124.0</c:v>
                </c:pt>
                <c:pt idx="218">
                  <c:v>275432.0</c:v>
                </c:pt>
                <c:pt idx="219">
                  <c:v>300840.0</c:v>
                </c:pt>
                <c:pt idx="220">
                  <c:v>341418.0</c:v>
                </c:pt>
                <c:pt idx="221">
                  <c:v>338353.0</c:v>
                </c:pt>
                <c:pt idx="222">
                  <c:v>307378.0</c:v>
                </c:pt>
                <c:pt idx="223">
                  <c:v>289291.0</c:v>
                </c:pt>
                <c:pt idx="224">
                  <c:v>287629.0</c:v>
                </c:pt>
                <c:pt idx="225">
                  <c:v>280470.0</c:v>
                </c:pt>
                <c:pt idx="226">
                  <c:v>248172.0</c:v>
                </c:pt>
                <c:pt idx="227">
                  <c:v>228417.0</c:v>
                </c:pt>
                <c:pt idx="228">
                  <c:v>220871.0</c:v>
                </c:pt>
                <c:pt idx="229">
                  <c:v>214850.0</c:v>
                </c:pt>
                <c:pt idx="230">
                  <c:v>218139.0</c:v>
                </c:pt>
                <c:pt idx="231">
                  <c:v>193753.0</c:v>
                </c:pt>
                <c:pt idx="232">
                  <c:v>150004.0</c:v>
                </c:pt>
                <c:pt idx="233">
                  <c:v>153387.0</c:v>
                </c:pt>
                <c:pt idx="234">
                  <c:v>140831.0</c:v>
                </c:pt>
                <c:pt idx="235">
                  <c:v>152107.0</c:v>
                </c:pt>
                <c:pt idx="236">
                  <c:v>151638.0</c:v>
                </c:pt>
                <c:pt idx="237">
                  <c:v>164627.0</c:v>
                </c:pt>
                <c:pt idx="238">
                  <c:v>169830.0</c:v>
                </c:pt>
                <c:pt idx="239">
                  <c:v>168963.0</c:v>
                </c:pt>
                <c:pt idx="240">
                  <c:v>177208.0</c:v>
                </c:pt>
                <c:pt idx="241">
                  <c:v>156869.0</c:v>
                </c:pt>
                <c:pt idx="242">
                  <c:v>142579.0</c:v>
                </c:pt>
                <c:pt idx="243">
                  <c:v>145821.0</c:v>
                </c:pt>
                <c:pt idx="244">
                  <c:v>159138.0</c:v>
                </c:pt>
                <c:pt idx="245">
                  <c:v>141562.0</c:v>
                </c:pt>
                <c:pt idx="246">
                  <c:v>137124.0</c:v>
                </c:pt>
                <c:pt idx="247">
                  <c:v>138942.0</c:v>
                </c:pt>
                <c:pt idx="248">
                  <c:v>141729.0</c:v>
                </c:pt>
                <c:pt idx="249">
                  <c:v>140445.0</c:v>
                </c:pt>
                <c:pt idx="250">
                  <c:v>142687.0</c:v>
                </c:pt>
                <c:pt idx="251">
                  <c:v>150394.0</c:v>
                </c:pt>
                <c:pt idx="252">
                  <c:v>152421.0</c:v>
                </c:pt>
                <c:pt idx="253">
                  <c:v>119060.0</c:v>
                </c:pt>
                <c:pt idx="254">
                  <c:v>118698.0</c:v>
                </c:pt>
                <c:pt idx="255">
                  <c:v>119781.0</c:v>
                </c:pt>
                <c:pt idx="256">
                  <c:v>124717.0</c:v>
                </c:pt>
                <c:pt idx="257">
                  <c:v>124566.0</c:v>
                </c:pt>
                <c:pt idx="258">
                  <c:v>122037.0</c:v>
                </c:pt>
                <c:pt idx="259">
                  <c:v>122722.0</c:v>
                </c:pt>
                <c:pt idx="260">
                  <c:v>121152.0</c:v>
                </c:pt>
                <c:pt idx="261">
                  <c:v>124878.0</c:v>
                </c:pt>
                <c:pt idx="262">
                  <c:v>152173.0</c:v>
                </c:pt>
                <c:pt idx="263">
                  <c:v>165562.0</c:v>
                </c:pt>
                <c:pt idx="264">
                  <c:v>173104.0</c:v>
                </c:pt>
                <c:pt idx="265">
                  <c:v>167203.0</c:v>
                </c:pt>
                <c:pt idx="266">
                  <c:v>158823.0</c:v>
                </c:pt>
                <c:pt idx="267">
                  <c:v>176964.0</c:v>
                </c:pt>
                <c:pt idx="268">
                  <c:v>171737.0</c:v>
                </c:pt>
                <c:pt idx="269">
                  <c:v>163538.0</c:v>
                </c:pt>
                <c:pt idx="270">
                  <c:v>160380.0</c:v>
                </c:pt>
                <c:pt idx="271">
                  <c:v>203949.0</c:v>
                </c:pt>
                <c:pt idx="272">
                  <c:v>203913.0</c:v>
                </c:pt>
                <c:pt idx="273">
                  <c:v>205399.0</c:v>
                </c:pt>
                <c:pt idx="274">
                  <c:v>206507.0</c:v>
                </c:pt>
                <c:pt idx="275">
                  <c:v>220949.0</c:v>
                </c:pt>
                <c:pt idx="276">
                  <c:v>201161.0</c:v>
                </c:pt>
                <c:pt idx="277">
                  <c:v>213138.0</c:v>
                </c:pt>
                <c:pt idx="278">
                  <c:v>207282.0</c:v>
                </c:pt>
                <c:pt idx="279">
                  <c:v>196255.0</c:v>
                </c:pt>
                <c:pt idx="280">
                  <c:v>195016.0</c:v>
                </c:pt>
                <c:pt idx="281">
                  <c:v>204620.0</c:v>
                </c:pt>
                <c:pt idx="282">
                  <c:v>197695.0</c:v>
                </c:pt>
                <c:pt idx="283">
                  <c:v>189022.0</c:v>
                </c:pt>
                <c:pt idx="284">
                  <c:v>192043.0</c:v>
                </c:pt>
                <c:pt idx="285">
                  <c:v>222101.0</c:v>
                </c:pt>
                <c:pt idx="286">
                  <c:v>223227.0</c:v>
                </c:pt>
                <c:pt idx="287">
                  <c:v>219900.0</c:v>
                </c:pt>
                <c:pt idx="288">
                  <c:v>220420.0</c:v>
                </c:pt>
                <c:pt idx="289">
                  <c:v>219339.0</c:v>
                </c:pt>
                <c:pt idx="290">
                  <c:v>213487.0</c:v>
                </c:pt>
                <c:pt idx="291">
                  <c:v>212082.0</c:v>
                </c:pt>
                <c:pt idx="292">
                  <c:v>213653.0</c:v>
                </c:pt>
                <c:pt idx="293">
                  <c:v>190950.0</c:v>
                </c:pt>
                <c:pt idx="294">
                  <c:v>190306.0</c:v>
                </c:pt>
                <c:pt idx="295">
                  <c:v>189355.0</c:v>
                </c:pt>
                <c:pt idx="296">
                  <c:v>188410.0</c:v>
                </c:pt>
                <c:pt idx="297">
                  <c:v>193411.0</c:v>
                </c:pt>
                <c:pt idx="298">
                  <c:v>191375.0</c:v>
                </c:pt>
                <c:pt idx="299">
                  <c:v>204092.0</c:v>
                </c:pt>
                <c:pt idx="300">
                  <c:v>203542.0</c:v>
                </c:pt>
                <c:pt idx="301">
                  <c:v>197979.0</c:v>
                </c:pt>
                <c:pt idx="302">
                  <c:v>218673.0</c:v>
                </c:pt>
                <c:pt idx="303">
                  <c:v>251726.0</c:v>
                </c:pt>
                <c:pt idx="304">
                  <c:v>255270.0</c:v>
                </c:pt>
                <c:pt idx="305">
                  <c:v>270232.0</c:v>
                </c:pt>
                <c:pt idx="306">
                  <c:v>272389.0</c:v>
                </c:pt>
                <c:pt idx="307">
                  <c:v>273027.0</c:v>
                </c:pt>
                <c:pt idx="308">
                  <c:v>291435.0</c:v>
                </c:pt>
                <c:pt idx="309">
                  <c:v>319267.0</c:v>
                </c:pt>
                <c:pt idx="310">
                  <c:v>301660.0</c:v>
                </c:pt>
                <c:pt idx="311">
                  <c:v>313449.0</c:v>
                </c:pt>
                <c:pt idx="312">
                  <c:v>308287.0</c:v>
                </c:pt>
                <c:pt idx="313">
                  <c:v>320284.0</c:v>
                </c:pt>
                <c:pt idx="314">
                  <c:v>304268.0</c:v>
                </c:pt>
                <c:pt idx="315">
                  <c:v>303160.0</c:v>
                </c:pt>
                <c:pt idx="316">
                  <c:v>306446.0</c:v>
                </c:pt>
                <c:pt idx="317">
                  <c:v>310469.0</c:v>
                </c:pt>
                <c:pt idx="318">
                  <c:v>352152.0</c:v>
                </c:pt>
                <c:pt idx="319">
                  <c:v>380133.0</c:v>
                </c:pt>
                <c:pt idx="320">
                  <c:v>377152.0</c:v>
                </c:pt>
                <c:pt idx="321">
                  <c:v>460160.0</c:v>
                </c:pt>
                <c:pt idx="322">
                  <c:v>502753.0</c:v>
                </c:pt>
                <c:pt idx="323">
                  <c:v>498653.0</c:v>
                </c:pt>
                <c:pt idx="324">
                  <c:v>490024.0</c:v>
                </c:pt>
                <c:pt idx="325">
                  <c:v>519698.0</c:v>
                </c:pt>
                <c:pt idx="326">
                  <c:v>505703.0</c:v>
                </c:pt>
                <c:pt idx="327">
                  <c:v>478737.0</c:v>
                </c:pt>
                <c:pt idx="328">
                  <c:v>473482.0</c:v>
                </c:pt>
                <c:pt idx="329">
                  <c:v>460194.0</c:v>
                </c:pt>
                <c:pt idx="330">
                  <c:v>466708.0</c:v>
                </c:pt>
                <c:pt idx="331">
                  <c:v>448276.0</c:v>
                </c:pt>
                <c:pt idx="332">
                  <c:v>483200.0</c:v>
                </c:pt>
                <c:pt idx="333">
                  <c:v>499485.0</c:v>
                </c:pt>
                <c:pt idx="334">
                  <c:v>494075.0</c:v>
                </c:pt>
                <c:pt idx="335">
                  <c:v>507801.0</c:v>
                </c:pt>
                <c:pt idx="336">
                  <c:v>486137.0</c:v>
                </c:pt>
                <c:pt idx="337">
                  <c:v>460860.0</c:v>
                </c:pt>
                <c:pt idx="338">
                  <c:v>457667.0</c:v>
                </c:pt>
                <c:pt idx="339">
                  <c:v>407256.0</c:v>
                </c:pt>
                <c:pt idx="340">
                  <c:v>443274.0</c:v>
                </c:pt>
                <c:pt idx="341">
                  <c:v>496989.0</c:v>
                </c:pt>
                <c:pt idx="342">
                  <c:v>497606.0</c:v>
                </c:pt>
                <c:pt idx="343">
                  <c:v>424048.0</c:v>
                </c:pt>
                <c:pt idx="344">
                  <c:v>428070.0</c:v>
                </c:pt>
                <c:pt idx="345">
                  <c:v>425990.0</c:v>
                </c:pt>
                <c:pt idx="346">
                  <c:v>468224.0</c:v>
                </c:pt>
                <c:pt idx="347">
                  <c:v>417785.0</c:v>
                </c:pt>
                <c:pt idx="348">
                  <c:v>400054.0</c:v>
                </c:pt>
                <c:pt idx="349">
                  <c:v>431128.0</c:v>
                </c:pt>
                <c:pt idx="350">
                  <c:v>463549.0</c:v>
                </c:pt>
                <c:pt idx="351">
                  <c:v>478300.0</c:v>
                </c:pt>
                <c:pt idx="352">
                  <c:v>458016.0</c:v>
                </c:pt>
                <c:pt idx="353">
                  <c:v>458382.0</c:v>
                </c:pt>
                <c:pt idx="354">
                  <c:v>503308.0</c:v>
                </c:pt>
                <c:pt idx="355">
                  <c:v>495942.0</c:v>
                </c:pt>
                <c:pt idx="356">
                  <c:v>501442.0</c:v>
                </c:pt>
                <c:pt idx="357">
                  <c:v>585973.0</c:v>
                </c:pt>
                <c:pt idx="358">
                  <c:v>655135.0</c:v>
                </c:pt>
                <c:pt idx="359">
                  <c:v>713783.0</c:v>
                </c:pt>
                <c:pt idx="360">
                  <c:v>708571.0</c:v>
                </c:pt>
                <c:pt idx="361">
                  <c:v>737184.0</c:v>
                </c:pt>
                <c:pt idx="362">
                  <c:v>761641.0</c:v>
                </c:pt>
                <c:pt idx="363">
                  <c:v>693998.0</c:v>
                </c:pt>
                <c:pt idx="364">
                  <c:v>683440.0</c:v>
                </c:pt>
                <c:pt idx="365">
                  <c:v>717163.0</c:v>
                </c:pt>
                <c:pt idx="366">
                  <c:v>689322.0</c:v>
                </c:pt>
                <c:pt idx="367">
                  <c:v>738803.0</c:v>
                </c:pt>
                <c:pt idx="368">
                  <c:v>748196.0</c:v>
                </c:pt>
                <c:pt idx="369">
                  <c:v>712329.0</c:v>
                </c:pt>
                <c:pt idx="370">
                  <c:v>703304.0</c:v>
                </c:pt>
                <c:pt idx="371">
                  <c:v>700792.0</c:v>
                </c:pt>
                <c:pt idx="372">
                  <c:v>701811.0</c:v>
                </c:pt>
                <c:pt idx="373">
                  <c:v>687317.0</c:v>
                </c:pt>
                <c:pt idx="374">
                  <c:v>588630.0</c:v>
                </c:pt>
                <c:pt idx="375">
                  <c:v>602046.0</c:v>
                </c:pt>
                <c:pt idx="376">
                  <c:v>627622.0</c:v>
                </c:pt>
                <c:pt idx="377">
                  <c:v>600701.0</c:v>
                </c:pt>
                <c:pt idx="378">
                  <c:v>571829.0</c:v>
                </c:pt>
                <c:pt idx="379">
                  <c:v>610689.0</c:v>
                </c:pt>
                <c:pt idx="380">
                  <c:v>621037.0</c:v>
                </c:pt>
                <c:pt idx="381">
                  <c:v>683521.0</c:v>
                </c:pt>
                <c:pt idx="382">
                  <c:v>687373.0</c:v>
                </c:pt>
                <c:pt idx="383">
                  <c:v>759118.0</c:v>
                </c:pt>
                <c:pt idx="384">
                  <c:v>776152.0</c:v>
                </c:pt>
                <c:pt idx="385">
                  <c:v>794743.0</c:v>
                </c:pt>
                <c:pt idx="386">
                  <c:v>770236.0</c:v>
                </c:pt>
                <c:pt idx="387">
                  <c:v>770900.0</c:v>
                </c:pt>
                <c:pt idx="388">
                  <c:v>769880.0</c:v>
                </c:pt>
                <c:pt idx="389">
                  <c:v>736122.0</c:v>
                </c:pt>
                <c:pt idx="390">
                  <c:v>790024.0</c:v>
                </c:pt>
                <c:pt idx="391">
                  <c:v>796199.0</c:v>
                </c:pt>
                <c:pt idx="392">
                  <c:v>868254.0</c:v>
                </c:pt>
                <c:pt idx="393">
                  <c:v>854973.0</c:v>
                </c:pt>
                <c:pt idx="394">
                  <c:v>870652.0</c:v>
                </c:pt>
                <c:pt idx="395">
                  <c:v>832690.0</c:v>
                </c:pt>
                <c:pt idx="396">
                  <c:v>869766.0</c:v>
                </c:pt>
                <c:pt idx="397">
                  <c:v>855993.0</c:v>
                </c:pt>
                <c:pt idx="398">
                  <c:v>827475.0</c:v>
                </c:pt>
                <c:pt idx="399">
                  <c:v>789218.0</c:v>
                </c:pt>
                <c:pt idx="400">
                  <c:v>810296.0</c:v>
                </c:pt>
                <c:pt idx="401">
                  <c:v>840412.0</c:v>
                </c:pt>
                <c:pt idx="402">
                  <c:v>840152.0</c:v>
                </c:pt>
                <c:pt idx="403">
                  <c:v>817781.0</c:v>
                </c:pt>
                <c:pt idx="404">
                  <c:v>900302.0</c:v>
                </c:pt>
                <c:pt idx="405">
                  <c:v>838158.0</c:v>
                </c:pt>
                <c:pt idx="406">
                  <c:v>792108.0</c:v>
                </c:pt>
                <c:pt idx="407">
                  <c:v>835246.0</c:v>
                </c:pt>
                <c:pt idx="408">
                  <c:v>805946.0</c:v>
                </c:pt>
                <c:pt idx="409">
                  <c:v>763529.0</c:v>
                </c:pt>
                <c:pt idx="410">
                  <c:v>687255.0</c:v>
                </c:pt>
                <c:pt idx="411">
                  <c:v>633072.0</c:v>
                </c:pt>
                <c:pt idx="412">
                  <c:v>658809.0</c:v>
                </c:pt>
                <c:pt idx="413">
                  <c:v>659067.0</c:v>
                </c:pt>
                <c:pt idx="414">
                  <c:v>642858.0</c:v>
                </c:pt>
                <c:pt idx="415">
                  <c:v>646407.0</c:v>
                </c:pt>
                <c:pt idx="416">
                  <c:v>641258.0</c:v>
                </c:pt>
                <c:pt idx="417">
                  <c:v>667338.0</c:v>
                </c:pt>
                <c:pt idx="418">
                  <c:v>663575.0</c:v>
                </c:pt>
                <c:pt idx="419">
                  <c:v>682965.0</c:v>
                </c:pt>
                <c:pt idx="420">
                  <c:v>631909.0</c:v>
                </c:pt>
                <c:pt idx="421">
                  <c:v>561171.0</c:v>
                </c:pt>
                <c:pt idx="422">
                  <c:v>512775.0</c:v>
                </c:pt>
                <c:pt idx="423">
                  <c:v>501854.0</c:v>
                </c:pt>
                <c:pt idx="424">
                  <c:v>493184.0</c:v>
                </c:pt>
                <c:pt idx="425">
                  <c:v>479572.0</c:v>
                </c:pt>
                <c:pt idx="426">
                  <c:v>480992.0</c:v>
                </c:pt>
                <c:pt idx="427">
                  <c:v>530892.0</c:v>
                </c:pt>
                <c:pt idx="428">
                  <c:v>494756.0</c:v>
                </c:pt>
                <c:pt idx="429">
                  <c:v>481282.0</c:v>
                </c:pt>
                <c:pt idx="430">
                  <c:v>503324.0</c:v>
                </c:pt>
                <c:pt idx="431">
                  <c:v>515768.0</c:v>
                </c:pt>
                <c:pt idx="432">
                  <c:v>538085.0</c:v>
                </c:pt>
                <c:pt idx="433">
                  <c:v>573488.0</c:v>
                </c:pt>
                <c:pt idx="434">
                  <c:v>572839.0</c:v>
                </c:pt>
                <c:pt idx="435">
                  <c:v>599389.0</c:v>
                </c:pt>
                <c:pt idx="436">
                  <c:v>564739.0</c:v>
                </c:pt>
                <c:pt idx="437">
                  <c:v>561876.0</c:v>
                </c:pt>
                <c:pt idx="438">
                  <c:v>537156.0</c:v>
                </c:pt>
                <c:pt idx="439">
                  <c:v>461750.0</c:v>
                </c:pt>
                <c:pt idx="440">
                  <c:v>479354.0</c:v>
                </c:pt>
                <c:pt idx="441">
                  <c:v>461604.0</c:v>
                </c:pt>
                <c:pt idx="442">
                  <c:v>434372.0</c:v>
                </c:pt>
                <c:pt idx="443">
                  <c:v>464068.0</c:v>
                </c:pt>
                <c:pt idx="444">
                  <c:v>465016.0</c:v>
                </c:pt>
                <c:pt idx="445">
                  <c:v>471888.0</c:v>
                </c:pt>
                <c:pt idx="446">
                  <c:v>476827.0</c:v>
                </c:pt>
                <c:pt idx="447">
                  <c:v>463485.0</c:v>
                </c:pt>
                <c:pt idx="448">
                  <c:v>473194.0</c:v>
                </c:pt>
                <c:pt idx="449">
                  <c:v>458600.0</c:v>
                </c:pt>
                <c:pt idx="450">
                  <c:v>566754.0</c:v>
                </c:pt>
                <c:pt idx="451">
                  <c:v>566375.0</c:v>
                </c:pt>
                <c:pt idx="452">
                  <c:v>585768.0</c:v>
                </c:pt>
                <c:pt idx="453">
                  <c:v>560251.0</c:v>
                </c:pt>
                <c:pt idx="454">
                  <c:v>591864.0</c:v>
                </c:pt>
                <c:pt idx="455">
                  <c:v>615880.0</c:v>
                </c:pt>
                <c:pt idx="456">
                  <c:v>609695.0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Sheet1!$B$460</c:f>
              <c:strCache>
                <c:ptCount val="1"/>
                <c:pt idx="0">
                  <c:v>First version</c:v>
                </c:pt>
              </c:strCache>
            </c:strRef>
          </c:tx>
          <c:spPr>
            <a:ln w="19050">
              <a:solidFill>
                <a:srgbClr val="5B7DB1"/>
              </a:solidFill>
            </a:ln>
          </c:spPr>
          <c:marker>
            <c:symbol val="none"/>
          </c:marker>
          <c:xVal>
            <c:numRef>
              <c:f>Sheet1!$A$461:$A$917</c:f>
              <c:numCache>
                <c:formatCode>General</c:formatCode>
                <c:ptCount val="457"/>
                <c:pt idx="0">
                  <c:v>2018.0164271047229</c:v>
                </c:pt>
                <c:pt idx="1">
                  <c:v>2018.0355920602328</c:v>
                </c:pt>
                <c:pt idx="2">
                  <c:v>2018.0547570157426</c:v>
                </c:pt>
                <c:pt idx="3">
                  <c:v>2018.0739219712525</c:v>
                </c:pt>
                <c:pt idx="4">
                  <c:v>2018.0930869267625</c:v>
                </c:pt>
                <c:pt idx="5">
                  <c:v>2018.1122518822724</c:v>
                </c:pt>
                <c:pt idx="6">
                  <c:v>2018.1314168377824</c:v>
                </c:pt>
                <c:pt idx="7">
                  <c:v>2018.1505817932923</c:v>
                </c:pt>
                <c:pt idx="8">
                  <c:v>2018.1697467488023</c:v>
                </c:pt>
                <c:pt idx="9">
                  <c:v>2018.1889117043122</c:v>
                </c:pt>
                <c:pt idx="10">
                  <c:v>2018.208076659822</c:v>
                </c:pt>
                <c:pt idx="11">
                  <c:v>2018.2272416153319</c:v>
                </c:pt>
                <c:pt idx="12">
                  <c:v>2018.2464065708418</c:v>
                </c:pt>
                <c:pt idx="13">
                  <c:v>2018.2655715263518</c:v>
                </c:pt>
                <c:pt idx="14">
                  <c:v>2018.2847364818617</c:v>
                </c:pt>
                <c:pt idx="15">
                  <c:v>2018.3039014373717</c:v>
                </c:pt>
                <c:pt idx="16">
                  <c:v>2018.3230663928816</c:v>
                </c:pt>
                <c:pt idx="17">
                  <c:v>2018.3422313483916</c:v>
                </c:pt>
                <c:pt idx="18">
                  <c:v>2018.3613963039015</c:v>
                </c:pt>
                <c:pt idx="19">
                  <c:v>2018.3805612594113</c:v>
                </c:pt>
                <c:pt idx="20">
                  <c:v>2018.3997262149212</c:v>
                </c:pt>
                <c:pt idx="21">
                  <c:v>2018.4188911704312</c:v>
                </c:pt>
                <c:pt idx="22">
                  <c:v>2018.438056125941</c:v>
                </c:pt>
                <c:pt idx="23">
                  <c:v>2018.457221081451</c:v>
                </c:pt>
                <c:pt idx="24">
                  <c:v>2018.476386036961</c:v>
                </c:pt>
                <c:pt idx="25">
                  <c:v>2018.495550992471</c:v>
                </c:pt>
                <c:pt idx="26">
                  <c:v>2018.514715947981</c:v>
                </c:pt>
                <c:pt idx="27">
                  <c:v>2018.5338809034909</c:v>
                </c:pt>
                <c:pt idx="28">
                  <c:v>2018.5530458590006</c:v>
                </c:pt>
                <c:pt idx="29">
                  <c:v>2018.5722108145105</c:v>
                </c:pt>
                <c:pt idx="30">
                  <c:v>2018.5913757700205</c:v>
                </c:pt>
                <c:pt idx="31">
                  <c:v>2018.6105407255304</c:v>
                </c:pt>
                <c:pt idx="32">
                  <c:v>2018.6297056810404</c:v>
                </c:pt>
                <c:pt idx="33">
                  <c:v>2018.6488706365503</c:v>
                </c:pt>
                <c:pt idx="34">
                  <c:v>2018.6680355920603</c:v>
                </c:pt>
                <c:pt idx="35">
                  <c:v>2018.6872005475702</c:v>
                </c:pt>
                <c:pt idx="36">
                  <c:v>2018.7063655030802</c:v>
                </c:pt>
                <c:pt idx="37">
                  <c:v>2018.72553045859</c:v>
                </c:pt>
                <c:pt idx="38">
                  <c:v>2018.7446954140999</c:v>
                </c:pt>
                <c:pt idx="39">
                  <c:v>2018.7638603696098</c:v>
                </c:pt>
                <c:pt idx="40">
                  <c:v>2018.7830253251198</c:v>
                </c:pt>
                <c:pt idx="41">
                  <c:v>2018.8021902806297</c:v>
                </c:pt>
                <c:pt idx="42">
                  <c:v>2018.8213552361397</c:v>
                </c:pt>
                <c:pt idx="43">
                  <c:v>2018.8405201916496</c:v>
                </c:pt>
                <c:pt idx="44">
                  <c:v>2018.8596851471596</c:v>
                </c:pt>
                <c:pt idx="45">
                  <c:v>2018.8788501026695</c:v>
                </c:pt>
                <c:pt idx="46">
                  <c:v>2018.8980150581792</c:v>
                </c:pt>
                <c:pt idx="47">
                  <c:v>2018.9171800136892</c:v>
                </c:pt>
                <c:pt idx="48">
                  <c:v>2018.9363449691991</c:v>
                </c:pt>
                <c:pt idx="49">
                  <c:v>2018.955509924709</c:v>
                </c:pt>
                <c:pt idx="50">
                  <c:v>2018.974674880219</c:v>
                </c:pt>
                <c:pt idx="51">
                  <c:v>2018.993839835729</c:v>
                </c:pt>
                <c:pt idx="52">
                  <c:v>2019.0136892539356</c:v>
                </c:pt>
                <c:pt idx="53">
                  <c:v>2019.0328542094455</c:v>
                </c:pt>
                <c:pt idx="54">
                  <c:v>2019.0520191649555</c:v>
                </c:pt>
                <c:pt idx="55">
                  <c:v>2019.0711841204654</c:v>
                </c:pt>
                <c:pt idx="56">
                  <c:v>2019.0903490759754</c:v>
                </c:pt>
                <c:pt idx="57">
                  <c:v>2019.1095140314853</c:v>
                </c:pt>
                <c:pt idx="58">
                  <c:v>2019.1286789869953</c:v>
                </c:pt>
                <c:pt idx="59">
                  <c:v>2019.1478439425052</c:v>
                </c:pt>
                <c:pt idx="60">
                  <c:v>2019.167008898015</c:v>
                </c:pt>
                <c:pt idx="61">
                  <c:v>2019.186173853525</c:v>
                </c:pt>
                <c:pt idx="62">
                  <c:v>2019.2053388090349</c:v>
                </c:pt>
                <c:pt idx="63">
                  <c:v>2019.2245037645448</c:v>
                </c:pt>
                <c:pt idx="64">
                  <c:v>2019.2436687200548</c:v>
                </c:pt>
                <c:pt idx="65">
                  <c:v>2019.2628336755647</c:v>
                </c:pt>
                <c:pt idx="66">
                  <c:v>2019.2819986310747</c:v>
                </c:pt>
                <c:pt idx="67">
                  <c:v>2019.3011635865846</c:v>
                </c:pt>
                <c:pt idx="68">
                  <c:v>2019.3203285420946</c:v>
                </c:pt>
                <c:pt idx="69">
                  <c:v>2019.3394934976043</c:v>
                </c:pt>
                <c:pt idx="70">
                  <c:v>2019.3586584531142</c:v>
                </c:pt>
                <c:pt idx="71">
                  <c:v>2019.3778234086242</c:v>
                </c:pt>
                <c:pt idx="72">
                  <c:v>2019.3969883641341</c:v>
                </c:pt>
                <c:pt idx="73">
                  <c:v>2019.416153319644</c:v>
                </c:pt>
                <c:pt idx="74">
                  <c:v>2019.435318275154</c:v>
                </c:pt>
                <c:pt idx="75">
                  <c:v>2019.454483230664</c:v>
                </c:pt>
                <c:pt idx="76">
                  <c:v>2019.473648186174</c:v>
                </c:pt>
                <c:pt idx="77">
                  <c:v>2019.4928131416839</c:v>
                </c:pt>
                <c:pt idx="78">
                  <c:v>2019.5119780971936</c:v>
                </c:pt>
                <c:pt idx="79">
                  <c:v>2019.5311430527036</c:v>
                </c:pt>
                <c:pt idx="80">
                  <c:v>2019.5503080082135</c:v>
                </c:pt>
                <c:pt idx="81">
                  <c:v>2019.5694729637235</c:v>
                </c:pt>
                <c:pt idx="82">
                  <c:v>2019.5886379192334</c:v>
                </c:pt>
                <c:pt idx="83">
                  <c:v>2019.6078028747434</c:v>
                </c:pt>
                <c:pt idx="84">
                  <c:v>2019.6269678302533</c:v>
                </c:pt>
                <c:pt idx="85">
                  <c:v>2019.6461327857633</c:v>
                </c:pt>
                <c:pt idx="86">
                  <c:v>2019.6652977412732</c:v>
                </c:pt>
                <c:pt idx="87">
                  <c:v>2019.684462696783</c:v>
                </c:pt>
                <c:pt idx="88">
                  <c:v>2019.7036276522929</c:v>
                </c:pt>
                <c:pt idx="89">
                  <c:v>2019.7227926078028</c:v>
                </c:pt>
                <c:pt idx="90">
                  <c:v>2019.7419575633128</c:v>
                </c:pt>
                <c:pt idx="91">
                  <c:v>2019.7611225188227</c:v>
                </c:pt>
                <c:pt idx="92">
                  <c:v>2019.7802874743327</c:v>
                </c:pt>
                <c:pt idx="93">
                  <c:v>2019.7994524298426</c:v>
                </c:pt>
                <c:pt idx="94">
                  <c:v>2019.8186173853526</c:v>
                </c:pt>
                <c:pt idx="95">
                  <c:v>2019.8377823408625</c:v>
                </c:pt>
                <c:pt idx="96">
                  <c:v>2019.8569472963723</c:v>
                </c:pt>
                <c:pt idx="97">
                  <c:v>2019.8761122518822</c:v>
                </c:pt>
                <c:pt idx="98">
                  <c:v>2019.8952772073922</c:v>
                </c:pt>
                <c:pt idx="99">
                  <c:v>2019.914442162902</c:v>
                </c:pt>
                <c:pt idx="100">
                  <c:v>2019.933607118412</c:v>
                </c:pt>
                <c:pt idx="101">
                  <c:v>2019.952772073922</c:v>
                </c:pt>
                <c:pt idx="102">
                  <c:v>2019.971937029432</c:v>
                </c:pt>
                <c:pt idx="103">
                  <c:v>2019.991101984942</c:v>
                </c:pt>
                <c:pt idx="104">
                  <c:v>2020.0109514031485</c:v>
                </c:pt>
                <c:pt idx="105">
                  <c:v>2020.0301163586585</c:v>
                </c:pt>
                <c:pt idx="106">
                  <c:v>2020.0492813141684</c:v>
                </c:pt>
                <c:pt idx="107">
                  <c:v>2020.0684462696784</c:v>
                </c:pt>
                <c:pt idx="108">
                  <c:v>2020.0876112251883</c:v>
                </c:pt>
                <c:pt idx="109">
                  <c:v>2020.1067761806983</c:v>
                </c:pt>
                <c:pt idx="110">
                  <c:v>2020.125941136208</c:v>
                </c:pt>
                <c:pt idx="111">
                  <c:v>2020.145106091718</c:v>
                </c:pt>
                <c:pt idx="112">
                  <c:v>2020.1642710472279</c:v>
                </c:pt>
                <c:pt idx="113">
                  <c:v>2020.1834360027378</c:v>
                </c:pt>
                <c:pt idx="114">
                  <c:v>2020.2026009582478</c:v>
                </c:pt>
                <c:pt idx="115">
                  <c:v>2020.2217659137577</c:v>
                </c:pt>
                <c:pt idx="116">
                  <c:v>2020.2409308692677</c:v>
                </c:pt>
                <c:pt idx="117">
                  <c:v>2020.2600958247776</c:v>
                </c:pt>
                <c:pt idx="118">
                  <c:v>2020.2792607802876</c:v>
                </c:pt>
                <c:pt idx="119">
                  <c:v>2020.2984257357973</c:v>
                </c:pt>
                <c:pt idx="120">
                  <c:v>2020.3175906913073</c:v>
                </c:pt>
                <c:pt idx="121">
                  <c:v>2020.3367556468172</c:v>
                </c:pt>
                <c:pt idx="122">
                  <c:v>2020.3559206023272</c:v>
                </c:pt>
                <c:pt idx="123">
                  <c:v>2020.375085557837</c:v>
                </c:pt>
                <c:pt idx="124">
                  <c:v>2020.394250513347</c:v>
                </c:pt>
                <c:pt idx="125">
                  <c:v>2020.413415468857</c:v>
                </c:pt>
                <c:pt idx="126">
                  <c:v>2020.432580424367</c:v>
                </c:pt>
                <c:pt idx="127">
                  <c:v>2020.4517453798767</c:v>
                </c:pt>
                <c:pt idx="128">
                  <c:v>2020.4709103353866</c:v>
                </c:pt>
                <c:pt idx="129">
                  <c:v>2020.4900752908966</c:v>
                </c:pt>
                <c:pt idx="130">
                  <c:v>2020.5092402464065</c:v>
                </c:pt>
                <c:pt idx="131">
                  <c:v>2020.5284052019165</c:v>
                </c:pt>
                <c:pt idx="132">
                  <c:v>2020.5475701574264</c:v>
                </c:pt>
                <c:pt idx="133">
                  <c:v>2020.5667351129364</c:v>
                </c:pt>
                <c:pt idx="134">
                  <c:v>2020.5859000684463</c:v>
                </c:pt>
                <c:pt idx="135">
                  <c:v>2020.6050650239563</c:v>
                </c:pt>
                <c:pt idx="136">
                  <c:v>2020.624229979466</c:v>
                </c:pt>
                <c:pt idx="137">
                  <c:v>2020.643394934976</c:v>
                </c:pt>
                <c:pt idx="138">
                  <c:v>2020.662559890486</c:v>
                </c:pt>
                <c:pt idx="139">
                  <c:v>2020.6817248459959</c:v>
                </c:pt>
                <c:pt idx="140">
                  <c:v>2020.7008898015058</c:v>
                </c:pt>
                <c:pt idx="141">
                  <c:v>2020.7200547570158</c:v>
                </c:pt>
                <c:pt idx="142">
                  <c:v>2020.7392197125257</c:v>
                </c:pt>
                <c:pt idx="143">
                  <c:v>2020.7583846680357</c:v>
                </c:pt>
                <c:pt idx="144">
                  <c:v>2020.7775496235456</c:v>
                </c:pt>
                <c:pt idx="145">
                  <c:v>2020.7967145790553</c:v>
                </c:pt>
                <c:pt idx="146">
                  <c:v>2020.8158795345653</c:v>
                </c:pt>
                <c:pt idx="147">
                  <c:v>2020.8350444900752</c:v>
                </c:pt>
                <c:pt idx="148">
                  <c:v>2020.8542094455852</c:v>
                </c:pt>
                <c:pt idx="149">
                  <c:v>2020.8733744010951</c:v>
                </c:pt>
                <c:pt idx="150">
                  <c:v>2020.892539356605</c:v>
                </c:pt>
                <c:pt idx="151">
                  <c:v>2020.911704312115</c:v>
                </c:pt>
                <c:pt idx="152">
                  <c:v>2020.930869267625</c:v>
                </c:pt>
                <c:pt idx="153">
                  <c:v>2020.950034223135</c:v>
                </c:pt>
                <c:pt idx="154">
                  <c:v>2020.9691991786447</c:v>
                </c:pt>
                <c:pt idx="155">
                  <c:v>2020.9883641341546</c:v>
                </c:pt>
                <c:pt idx="156">
                  <c:v>2021.0054757015744</c:v>
                </c:pt>
                <c:pt idx="157">
                  <c:v>2021.024640657084</c:v>
                </c:pt>
                <c:pt idx="158">
                  <c:v>2021.043805612594</c:v>
                </c:pt>
                <c:pt idx="159">
                  <c:v>2021.062970568104</c:v>
                </c:pt>
                <c:pt idx="160">
                  <c:v>2021.082135523614</c:v>
                </c:pt>
                <c:pt idx="161">
                  <c:v>2021.101300479124</c:v>
                </c:pt>
                <c:pt idx="162">
                  <c:v>2021.1204654346338</c:v>
                </c:pt>
                <c:pt idx="163">
                  <c:v>2021.1396303901438</c:v>
                </c:pt>
                <c:pt idx="164">
                  <c:v>2021.1587953456537</c:v>
                </c:pt>
                <c:pt idx="165">
                  <c:v>2021.1779603011637</c:v>
                </c:pt>
                <c:pt idx="166">
                  <c:v>2021.1971252566734</c:v>
                </c:pt>
                <c:pt idx="167">
                  <c:v>2021.2162902121834</c:v>
                </c:pt>
                <c:pt idx="168">
                  <c:v>2021.2354551676933</c:v>
                </c:pt>
                <c:pt idx="169">
                  <c:v>2021.2546201232033</c:v>
                </c:pt>
                <c:pt idx="170">
                  <c:v>2021.2737850787132</c:v>
                </c:pt>
                <c:pt idx="171">
                  <c:v>2021.2929500342232</c:v>
                </c:pt>
                <c:pt idx="172">
                  <c:v>2021.3121149897331</c:v>
                </c:pt>
                <c:pt idx="173">
                  <c:v>2021.331279945243</c:v>
                </c:pt>
                <c:pt idx="174">
                  <c:v>2021.350444900753</c:v>
                </c:pt>
                <c:pt idx="175">
                  <c:v>2021.3696098562627</c:v>
                </c:pt>
                <c:pt idx="176">
                  <c:v>2021.3887748117727</c:v>
                </c:pt>
                <c:pt idx="177">
                  <c:v>2021.4079397672826</c:v>
                </c:pt>
                <c:pt idx="178">
                  <c:v>2021.4271047227926</c:v>
                </c:pt>
                <c:pt idx="179">
                  <c:v>2021.4462696783025</c:v>
                </c:pt>
                <c:pt idx="180">
                  <c:v>2021.4654346338125</c:v>
                </c:pt>
                <c:pt idx="181">
                  <c:v>2021.4845995893224</c:v>
                </c:pt>
                <c:pt idx="182">
                  <c:v>2021.5037645448324</c:v>
                </c:pt>
                <c:pt idx="183">
                  <c:v>2021.5229295003423</c:v>
                </c:pt>
                <c:pt idx="184">
                  <c:v>2021.542094455852</c:v>
                </c:pt>
                <c:pt idx="185">
                  <c:v>2021.561259411362</c:v>
                </c:pt>
                <c:pt idx="186">
                  <c:v>2021.580424366872</c:v>
                </c:pt>
                <c:pt idx="187">
                  <c:v>2021.599589322382</c:v>
                </c:pt>
                <c:pt idx="188">
                  <c:v>2021.6187542778919</c:v>
                </c:pt>
                <c:pt idx="189">
                  <c:v>2021.6379192334018</c:v>
                </c:pt>
                <c:pt idx="190">
                  <c:v>2021.6570841889118</c:v>
                </c:pt>
                <c:pt idx="191">
                  <c:v>2021.6762491444217</c:v>
                </c:pt>
                <c:pt idx="192">
                  <c:v>2021.6954140999314</c:v>
                </c:pt>
                <c:pt idx="193">
                  <c:v>2021.7145790554414</c:v>
                </c:pt>
                <c:pt idx="194">
                  <c:v>2021.7337440109513</c:v>
                </c:pt>
                <c:pt idx="195">
                  <c:v>2021.7529089664613</c:v>
                </c:pt>
                <c:pt idx="196">
                  <c:v>2021.7720739219712</c:v>
                </c:pt>
                <c:pt idx="197">
                  <c:v>2021.7912388774812</c:v>
                </c:pt>
                <c:pt idx="198">
                  <c:v>2021.8104038329911</c:v>
                </c:pt>
                <c:pt idx="199">
                  <c:v>2021.829568788501</c:v>
                </c:pt>
                <c:pt idx="200">
                  <c:v>2021.848733744011</c:v>
                </c:pt>
                <c:pt idx="201">
                  <c:v>2021.8678986995208</c:v>
                </c:pt>
                <c:pt idx="202">
                  <c:v>2021.8870636550307</c:v>
                </c:pt>
                <c:pt idx="203">
                  <c:v>2021.9062286105407</c:v>
                </c:pt>
                <c:pt idx="204">
                  <c:v>2021.9253935660506</c:v>
                </c:pt>
                <c:pt idx="205">
                  <c:v>2021.9445585215606</c:v>
                </c:pt>
                <c:pt idx="206">
                  <c:v>2021.9637234770705</c:v>
                </c:pt>
                <c:pt idx="207">
                  <c:v>2021.9828884325805</c:v>
                </c:pt>
                <c:pt idx="208">
                  <c:v>2022.002737850787</c:v>
                </c:pt>
                <c:pt idx="209">
                  <c:v>2022.021902806297</c:v>
                </c:pt>
                <c:pt idx="210">
                  <c:v>2022.041067761807</c:v>
                </c:pt>
                <c:pt idx="211">
                  <c:v>2022.060232717317</c:v>
                </c:pt>
                <c:pt idx="212">
                  <c:v>2022.0793976728269</c:v>
                </c:pt>
                <c:pt idx="213">
                  <c:v>2022.0985626283368</c:v>
                </c:pt>
                <c:pt idx="214">
                  <c:v>2022.1177275838468</c:v>
                </c:pt>
                <c:pt idx="215">
                  <c:v>2022.1368925393565</c:v>
                </c:pt>
                <c:pt idx="216">
                  <c:v>2022.1560574948664</c:v>
                </c:pt>
                <c:pt idx="217">
                  <c:v>2022.1752224503764</c:v>
                </c:pt>
                <c:pt idx="218">
                  <c:v>2022.1943874058863</c:v>
                </c:pt>
                <c:pt idx="219">
                  <c:v>2022.2135523613963</c:v>
                </c:pt>
                <c:pt idx="220">
                  <c:v>2022.2327173169062</c:v>
                </c:pt>
                <c:pt idx="221">
                  <c:v>2022.2518822724162</c:v>
                </c:pt>
                <c:pt idx="222">
                  <c:v>2022.2710472279261</c:v>
                </c:pt>
                <c:pt idx="223">
                  <c:v>2022.290212183436</c:v>
                </c:pt>
                <c:pt idx="224">
                  <c:v>2022.3093771389458</c:v>
                </c:pt>
                <c:pt idx="225">
                  <c:v>2022.3285420944558</c:v>
                </c:pt>
                <c:pt idx="226">
                  <c:v>2022.3477070499657</c:v>
                </c:pt>
                <c:pt idx="227">
                  <c:v>2022.3668720054757</c:v>
                </c:pt>
                <c:pt idx="228">
                  <c:v>2022.3860369609856</c:v>
                </c:pt>
                <c:pt idx="229">
                  <c:v>2022.4052019164956</c:v>
                </c:pt>
                <c:pt idx="230">
                  <c:v>2022.4243668720055</c:v>
                </c:pt>
                <c:pt idx="231">
                  <c:v>2022.4435318275155</c:v>
                </c:pt>
                <c:pt idx="232">
                  <c:v>2022.4626967830254</c:v>
                </c:pt>
                <c:pt idx="233">
                  <c:v>2022.4818617385351</c:v>
                </c:pt>
                <c:pt idx="234">
                  <c:v>2022.501026694045</c:v>
                </c:pt>
                <c:pt idx="235">
                  <c:v>2022.520191649555</c:v>
                </c:pt>
                <c:pt idx="236">
                  <c:v>2022.539356605065</c:v>
                </c:pt>
                <c:pt idx="237">
                  <c:v>2022.558521560575</c:v>
                </c:pt>
                <c:pt idx="238">
                  <c:v>2022.577686516085</c:v>
                </c:pt>
                <c:pt idx="239">
                  <c:v>2022.5968514715948</c:v>
                </c:pt>
                <c:pt idx="240">
                  <c:v>2022.6160164271048</c:v>
                </c:pt>
                <c:pt idx="241">
                  <c:v>2022.6351813826147</c:v>
                </c:pt>
                <c:pt idx="242">
                  <c:v>2022.6543463381245</c:v>
                </c:pt>
                <c:pt idx="243">
                  <c:v>2022.6735112936344</c:v>
                </c:pt>
                <c:pt idx="244">
                  <c:v>2022.6926762491444</c:v>
                </c:pt>
                <c:pt idx="245">
                  <c:v>2022.7118412046543</c:v>
                </c:pt>
                <c:pt idx="246">
                  <c:v>2022.7310061601643</c:v>
                </c:pt>
                <c:pt idx="247">
                  <c:v>2022.7501711156742</c:v>
                </c:pt>
                <c:pt idx="248">
                  <c:v>2022.7693360711842</c:v>
                </c:pt>
                <c:pt idx="249">
                  <c:v>2022.7885010266941</c:v>
                </c:pt>
                <c:pt idx="250">
                  <c:v>2022.807665982204</c:v>
                </c:pt>
                <c:pt idx="251">
                  <c:v>2022.8268309377138</c:v>
                </c:pt>
                <c:pt idx="252">
                  <c:v>2022.8459958932237</c:v>
                </c:pt>
                <c:pt idx="253">
                  <c:v>2022.8651608487337</c:v>
                </c:pt>
                <c:pt idx="254">
                  <c:v>2022.8843258042436</c:v>
                </c:pt>
                <c:pt idx="255">
                  <c:v>2022.9034907597536</c:v>
                </c:pt>
                <c:pt idx="256">
                  <c:v>2022.9226557152635</c:v>
                </c:pt>
                <c:pt idx="257">
                  <c:v>2022.9418206707735</c:v>
                </c:pt>
                <c:pt idx="258">
                  <c:v>2022.9609856262834</c:v>
                </c:pt>
                <c:pt idx="259">
                  <c:v>2022.9801505817934</c:v>
                </c:pt>
                <c:pt idx="260">
                  <c:v>2023.0</c:v>
                </c:pt>
                <c:pt idx="261">
                  <c:v>2023.01916495551</c:v>
                </c:pt>
                <c:pt idx="262">
                  <c:v>2023.03832991102</c:v>
                </c:pt>
                <c:pt idx="263">
                  <c:v>2023.0574948665299</c:v>
                </c:pt>
                <c:pt idx="264">
                  <c:v>2023.0766598220398</c:v>
                </c:pt>
                <c:pt idx="265">
                  <c:v>2023.0958247775495</c:v>
                </c:pt>
                <c:pt idx="266">
                  <c:v>2023.1149897330595</c:v>
                </c:pt>
                <c:pt idx="267">
                  <c:v>2023.1341546885694</c:v>
                </c:pt>
                <c:pt idx="268">
                  <c:v>2023.1533196440794</c:v>
                </c:pt>
                <c:pt idx="269">
                  <c:v>2023.1724845995893</c:v>
                </c:pt>
                <c:pt idx="270">
                  <c:v>2023.1916495550993</c:v>
                </c:pt>
                <c:pt idx="271">
                  <c:v>2023.2108145106092</c:v>
                </c:pt>
                <c:pt idx="272">
                  <c:v>2023.2299794661192</c:v>
                </c:pt>
                <c:pt idx="273">
                  <c:v>2023.2491444216291</c:v>
                </c:pt>
                <c:pt idx="274">
                  <c:v>2023.2683093771388</c:v>
                </c:pt>
                <c:pt idx="275">
                  <c:v>2023.2874743326488</c:v>
                </c:pt>
                <c:pt idx="276">
                  <c:v>2023.3066392881587</c:v>
                </c:pt>
                <c:pt idx="277">
                  <c:v>2023.3258042436687</c:v>
                </c:pt>
                <c:pt idx="278">
                  <c:v>2023.3449691991786</c:v>
                </c:pt>
                <c:pt idx="279">
                  <c:v>2023.3641341546886</c:v>
                </c:pt>
                <c:pt idx="280">
                  <c:v>2023.3832991101985</c:v>
                </c:pt>
                <c:pt idx="281">
                  <c:v>2023.4024640657085</c:v>
                </c:pt>
                <c:pt idx="282">
                  <c:v>2023.4216290212185</c:v>
                </c:pt>
                <c:pt idx="283">
                  <c:v>2023.4407939767282</c:v>
                </c:pt>
                <c:pt idx="284">
                  <c:v>2023.4599589322381</c:v>
                </c:pt>
                <c:pt idx="285">
                  <c:v>2023.479123887748</c:v>
                </c:pt>
                <c:pt idx="286">
                  <c:v>2023.498288843258</c:v>
                </c:pt>
                <c:pt idx="287">
                  <c:v>2023.517453798768</c:v>
                </c:pt>
                <c:pt idx="288">
                  <c:v>2023.536618754278</c:v>
                </c:pt>
                <c:pt idx="289">
                  <c:v>2023.5557837097879</c:v>
                </c:pt>
                <c:pt idx="290">
                  <c:v>2023.5749486652978</c:v>
                </c:pt>
                <c:pt idx="291">
                  <c:v>2023.5941136208078</c:v>
                </c:pt>
                <c:pt idx="292">
                  <c:v>2023.6132785763175</c:v>
                </c:pt>
                <c:pt idx="293">
                  <c:v>2023.6324435318274</c:v>
                </c:pt>
                <c:pt idx="294">
                  <c:v>2023.6516084873374</c:v>
                </c:pt>
                <c:pt idx="295">
                  <c:v>2023.6707734428473</c:v>
                </c:pt>
                <c:pt idx="296">
                  <c:v>2023.6899383983573</c:v>
                </c:pt>
                <c:pt idx="297">
                  <c:v>2023.7091033538672</c:v>
                </c:pt>
                <c:pt idx="298">
                  <c:v>2023.7282683093772</c:v>
                </c:pt>
                <c:pt idx="299">
                  <c:v>2023.7474332648871</c:v>
                </c:pt>
                <c:pt idx="300">
                  <c:v>2023.766598220397</c:v>
                </c:pt>
                <c:pt idx="301">
                  <c:v>2023.7857631759068</c:v>
                </c:pt>
                <c:pt idx="302">
                  <c:v>2023.8049281314168</c:v>
                </c:pt>
                <c:pt idx="303">
                  <c:v>2023.8240930869267</c:v>
                </c:pt>
                <c:pt idx="304">
                  <c:v>2023.8432580424367</c:v>
                </c:pt>
                <c:pt idx="305">
                  <c:v>2023.8624229979466</c:v>
                </c:pt>
                <c:pt idx="306">
                  <c:v>2023.8815879534566</c:v>
                </c:pt>
                <c:pt idx="307">
                  <c:v>2023.9007529089665</c:v>
                </c:pt>
                <c:pt idx="308">
                  <c:v>2023.9199178644765</c:v>
                </c:pt>
                <c:pt idx="309">
                  <c:v>2023.9390828199862</c:v>
                </c:pt>
                <c:pt idx="310">
                  <c:v>2023.9582477754961</c:v>
                </c:pt>
                <c:pt idx="311">
                  <c:v>2023.977412731006</c:v>
                </c:pt>
                <c:pt idx="312">
                  <c:v>2023.996577686516</c:v>
                </c:pt>
                <c:pt idx="313">
                  <c:v>2024.0164271047229</c:v>
                </c:pt>
                <c:pt idx="314">
                  <c:v>2024.0355920602328</c:v>
                </c:pt>
                <c:pt idx="315">
                  <c:v>2024.0547570157426</c:v>
                </c:pt>
                <c:pt idx="316">
                  <c:v>2024.0739219712525</c:v>
                </c:pt>
                <c:pt idx="317">
                  <c:v>2024.0930869267625</c:v>
                </c:pt>
                <c:pt idx="318">
                  <c:v>2024.1122518822724</c:v>
                </c:pt>
                <c:pt idx="319">
                  <c:v>2024.1314168377824</c:v>
                </c:pt>
                <c:pt idx="320">
                  <c:v>2024.1505817932923</c:v>
                </c:pt>
                <c:pt idx="321">
                  <c:v>2024.1697467488023</c:v>
                </c:pt>
                <c:pt idx="322">
                  <c:v>2024.1889117043122</c:v>
                </c:pt>
                <c:pt idx="323">
                  <c:v>2024.208076659822</c:v>
                </c:pt>
                <c:pt idx="324">
                  <c:v>2024.2272416153319</c:v>
                </c:pt>
                <c:pt idx="325">
                  <c:v>2024.2464065708418</c:v>
                </c:pt>
                <c:pt idx="326">
                  <c:v>2024.2655715263518</c:v>
                </c:pt>
                <c:pt idx="327">
                  <c:v>2024.2847364818617</c:v>
                </c:pt>
                <c:pt idx="328">
                  <c:v>2024.3039014373717</c:v>
                </c:pt>
                <c:pt idx="329">
                  <c:v>2024.3230663928816</c:v>
                </c:pt>
                <c:pt idx="330">
                  <c:v>2024.3422313483916</c:v>
                </c:pt>
                <c:pt idx="331">
                  <c:v>2024.3613963039015</c:v>
                </c:pt>
                <c:pt idx="332">
                  <c:v>2024.3805612594113</c:v>
                </c:pt>
                <c:pt idx="333">
                  <c:v>2024.3997262149212</c:v>
                </c:pt>
                <c:pt idx="334">
                  <c:v>2024.4188911704312</c:v>
                </c:pt>
                <c:pt idx="335">
                  <c:v>2024.438056125941</c:v>
                </c:pt>
                <c:pt idx="336">
                  <c:v>2024.457221081451</c:v>
                </c:pt>
                <c:pt idx="337">
                  <c:v>2024.476386036961</c:v>
                </c:pt>
                <c:pt idx="338">
                  <c:v>2024.495550992471</c:v>
                </c:pt>
                <c:pt idx="339">
                  <c:v>2024.514715947981</c:v>
                </c:pt>
                <c:pt idx="340">
                  <c:v>2024.5338809034909</c:v>
                </c:pt>
                <c:pt idx="341">
                  <c:v>2024.5530458590006</c:v>
                </c:pt>
                <c:pt idx="342">
                  <c:v>2024.5722108145105</c:v>
                </c:pt>
                <c:pt idx="343">
                  <c:v>2024.5913757700205</c:v>
                </c:pt>
                <c:pt idx="344">
                  <c:v>2024.6105407255304</c:v>
                </c:pt>
                <c:pt idx="345">
                  <c:v>2024.6297056810404</c:v>
                </c:pt>
                <c:pt idx="346">
                  <c:v>2024.6488706365503</c:v>
                </c:pt>
                <c:pt idx="347">
                  <c:v>2024.6680355920603</c:v>
                </c:pt>
                <c:pt idx="348">
                  <c:v>2024.6872005475702</c:v>
                </c:pt>
                <c:pt idx="349">
                  <c:v>2024.7063655030802</c:v>
                </c:pt>
                <c:pt idx="350">
                  <c:v>2024.72553045859</c:v>
                </c:pt>
                <c:pt idx="351">
                  <c:v>2024.7446954140999</c:v>
                </c:pt>
                <c:pt idx="352">
                  <c:v>2024.7638603696098</c:v>
                </c:pt>
                <c:pt idx="353">
                  <c:v>2024.7830253251198</c:v>
                </c:pt>
                <c:pt idx="354">
                  <c:v>2024.8021902806297</c:v>
                </c:pt>
                <c:pt idx="355">
                  <c:v>2024.8213552361397</c:v>
                </c:pt>
                <c:pt idx="356">
                  <c:v>2024.8405201916496</c:v>
                </c:pt>
                <c:pt idx="357">
                  <c:v>2024.8596851471596</c:v>
                </c:pt>
                <c:pt idx="358">
                  <c:v>2024.8788501026695</c:v>
                </c:pt>
                <c:pt idx="359">
                  <c:v>2024.8980150581792</c:v>
                </c:pt>
                <c:pt idx="360">
                  <c:v>2024.9171800136892</c:v>
                </c:pt>
                <c:pt idx="361">
                  <c:v>2024.9363449691991</c:v>
                </c:pt>
                <c:pt idx="362">
                  <c:v>2024.955509924709</c:v>
                </c:pt>
                <c:pt idx="363">
                  <c:v>2024.974674880219</c:v>
                </c:pt>
                <c:pt idx="364">
                  <c:v>2024.993839835729</c:v>
                </c:pt>
                <c:pt idx="365">
                  <c:v>2025.0109514031485</c:v>
                </c:pt>
                <c:pt idx="366">
                  <c:v>2025.0301163586585</c:v>
                </c:pt>
                <c:pt idx="367">
                  <c:v>2025.0492813141684</c:v>
                </c:pt>
                <c:pt idx="368">
                  <c:v>2025.0684462696784</c:v>
                </c:pt>
                <c:pt idx="369">
                  <c:v>2025.0876112251883</c:v>
                </c:pt>
                <c:pt idx="370">
                  <c:v>2025.1067761806983</c:v>
                </c:pt>
                <c:pt idx="371">
                  <c:v>2025.125941136208</c:v>
                </c:pt>
                <c:pt idx="372">
                  <c:v>2025.145106091718</c:v>
                </c:pt>
                <c:pt idx="373">
                  <c:v>2025.1642710472279</c:v>
                </c:pt>
                <c:pt idx="374">
                  <c:v>2025.1834360027378</c:v>
                </c:pt>
                <c:pt idx="375">
                  <c:v>2025.2026009582478</c:v>
                </c:pt>
                <c:pt idx="376">
                  <c:v>2025.2217659137577</c:v>
                </c:pt>
                <c:pt idx="377">
                  <c:v>2025.2409308692677</c:v>
                </c:pt>
                <c:pt idx="378">
                  <c:v>2025.2600958247776</c:v>
                </c:pt>
                <c:pt idx="379">
                  <c:v>2025.2792607802876</c:v>
                </c:pt>
                <c:pt idx="380">
                  <c:v>2025.2984257357973</c:v>
                </c:pt>
                <c:pt idx="381">
                  <c:v>2025.3175906913073</c:v>
                </c:pt>
                <c:pt idx="382">
                  <c:v>2025.3367556468172</c:v>
                </c:pt>
                <c:pt idx="383">
                  <c:v>2025.3559206023272</c:v>
                </c:pt>
                <c:pt idx="384">
                  <c:v>2025.375085557837</c:v>
                </c:pt>
                <c:pt idx="385">
                  <c:v>2025.394250513347</c:v>
                </c:pt>
                <c:pt idx="386">
                  <c:v>2025.413415468857</c:v>
                </c:pt>
                <c:pt idx="387">
                  <c:v>2025.432580424367</c:v>
                </c:pt>
                <c:pt idx="388">
                  <c:v>2025.4517453798767</c:v>
                </c:pt>
                <c:pt idx="389">
                  <c:v>2025.4709103353866</c:v>
                </c:pt>
                <c:pt idx="390">
                  <c:v>2025.4900752908966</c:v>
                </c:pt>
                <c:pt idx="391">
                  <c:v>2025.5092402464065</c:v>
                </c:pt>
                <c:pt idx="392">
                  <c:v>2025.5284052019165</c:v>
                </c:pt>
                <c:pt idx="393">
                  <c:v>2025.5475701574264</c:v>
                </c:pt>
                <c:pt idx="394">
                  <c:v>2025.5667351129364</c:v>
                </c:pt>
                <c:pt idx="395">
                  <c:v>2025.5859000684463</c:v>
                </c:pt>
                <c:pt idx="396">
                  <c:v>2025.6050650239563</c:v>
                </c:pt>
                <c:pt idx="397">
                  <c:v>2025.624229979466</c:v>
                </c:pt>
                <c:pt idx="398">
                  <c:v>2025.643394934976</c:v>
                </c:pt>
                <c:pt idx="399">
                  <c:v>2025.662559890486</c:v>
                </c:pt>
                <c:pt idx="400">
                  <c:v>2025.6817248459959</c:v>
                </c:pt>
                <c:pt idx="401">
                  <c:v>2025.7008898015058</c:v>
                </c:pt>
                <c:pt idx="402">
                  <c:v>2025.7200547570158</c:v>
                </c:pt>
                <c:pt idx="403">
                  <c:v>2025.7392197125257</c:v>
                </c:pt>
                <c:pt idx="404">
                  <c:v>2025.7583846680357</c:v>
                </c:pt>
                <c:pt idx="405">
                  <c:v>2025.7775496235456</c:v>
                </c:pt>
                <c:pt idx="406">
                  <c:v>2025.7967145790553</c:v>
                </c:pt>
                <c:pt idx="407">
                  <c:v>2025.8158795345653</c:v>
                </c:pt>
                <c:pt idx="408">
                  <c:v>2025.8350444900752</c:v>
                </c:pt>
                <c:pt idx="409">
                  <c:v>2025.8542094455852</c:v>
                </c:pt>
                <c:pt idx="410">
                  <c:v>2025.8733744010951</c:v>
                </c:pt>
                <c:pt idx="411">
                  <c:v>2025.892539356605</c:v>
                </c:pt>
                <c:pt idx="412">
                  <c:v>2025.911704312115</c:v>
                </c:pt>
                <c:pt idx="413">
                  <c:v>2025.930869267625</c:v>
                </c:pt>
                <c:pt idx="414">
                  <c:v>2025.950034223135</c:v>
                </c:pt>
                <c:pt idx="415">
                  <c:v>2025.9691991786447</c:v>
                </c:pt>
                <c:pt idx="416">
                  <c:v>2025.9883641341546</c:v>
                </c:pt>
                <c:pt idx="417">
                  <c:v>2026.0082135523614</c:v>
                </c:pt>
                <c:pt idx="418">
                  <c:v>2026.0273785078714</c:v>
                </c:pt>
                <c:pt idx="419">
                  <c:v>2026.0465434633813</c:v>
                </c:pt>
                <c:pt idx="420">
                  <c:v>2026.065708418891</c:v>
                </c:pt>
                <c:pt idx="421">
                  <c:v>2026.084873374401</c:v>
                </c:pt>
                <c:pt idx="422">
                  <c:v>2026.104038329911</c:v>
                </c:pt>
                <c:pt idx="423">
                  <c:v>2026.123203285421</c:v>
                </c:pt>
                <c:pt idx="424">
                  <c:v>2026.1423682409309</c:v>
                </c:pt>
                <c:pt idx="425">
                  <c:v>2026.1615331964408</c:v>
                </c:pt>
                <c:pt idx="426">
                  <c:v>2026.1806981519508</c:v>
                </c:pt>
                <c:pt idx="427">
                  <c:v>2026.1998631074607</c:v>
                </c:pt>
                <c:pt idx="428">
                  <c:v>2026.2190280629707</c:v>
                </c:pt>
                <c:pt idx="429">
                  <c:v>2026.2381930184804</c:v>
                </c:pt>
                <c:pt idx="430">
                  <c:v>2026.2573579739903</c:v>
                </c:pt>
                <c:pt idx="431">
                  <c:v>2026.2765229295003</c:v>
                </c:pt>
                <c:pt idx="432">
                  <c:v>2026.2956878850102</c:v>
                </c:pt>
                <c:pt idx="433">
                  <c:v>2026.3148528405202</c:v>
                </c:pt>
                <c:pt idx="434">
                  <c:v>2026.3340177960301</c:v>
                </c:pt>
                <c:pt idx="435">
                  <c:v>2026.35318275154</c:v>
                </c:pt>
                <c:pt idx="436">
                  <c:v>2026.37234770705</c:v>
                </c:pt>
                <c:pt idx="437">
                  <c:v>2026.39151266256</c:v>
                </c:pt>
                <c:pt idx="438">
                  <c:v>2026.4106776180697</c:v>
                </c:pt>
                <c:pt idx="439">
                  <c:v>2026.4298425735797</c:v>
                </c:pt>
                <c:pt idx="440">
                  <c:v>2026.4490075290896</c:v>
                </c:pt>
                <c:pt idx="441">
                  <c:v>2026.4681724845996</c:v>
                </c:pt>
                <c:pt idx="442">
                  <c:v>2026.4873374401095</c:v>
                </c:pt>
                <c:pt idx="443">
                  <c:v>2026.5065023956195</c:v>
                </c:pt>
                <c:pt idx="444">
                  <c:v>2026.5256673511294</c:v>
                </c:pt>
                <c:pt idx="445">
                  <c:v>2026.5448323066394</c:v>
                </c:pt>
                <c:pt idx="446">
                  <c:v>2026.5639972621493</c:v>
                </c:pt>
                <c:pt idx="447">
                  <c:v>2026.583162217659</c:v>
                </c:pt>
                <c:pt idx="448">
                  <c:v>2026.602327173169</c:v>
                </c:pt>
                <c:pt idx="449">
                  <c:v>2026.621492128679</c:v>
                </c:pt>
                <c:pt idx="450">
                  <c:v>2026.640657084189</c:v>
                </c:pt>
                <c:pt idx="451">
                  <c:v>2026.6598220396988</c:v>
                </c:pt>
                <c:pt idx="452">
                  <c:v>2026.6789869952088</c:v>
                </c:pt>
                <c:pt idx="453">
                  <c:v>2026.6981519507187</c:v>
                </c:pt>
                <c:pt idx="454">
                  <c:v>2026.7173169062287</c:v>
                </c:pt>
                <c:pt idx="455">
                  <c:v>2026.7364818617386</c:v>
                </c:pt>
                <c:pt idx="456">
                  <c:v>2026.7556468172484</c:v>
                </c:pt>
              </c:numCache>
            </c:numRef>
          </c:xVal>
          <c:yVal>
            <c:numRef>
              <c:f>Sheet1!$B$461:$B$917</c:f>
              <c:numCache>
                <c:formatCode>General</c:formatCode>
                <c:ptCount val="457"/>
                <c:pt idx="0">
                  <c:v>99815.0</c:v>
                </c:pt>
                <c:pt idx="1">
                  <c:v>117486.0</c:v>
                </c:pt>
                <c:pt idx="2">
                  <c:v>164085.0</c:v>
                </c:pt>
                <c:pt idx="3">
                  <c:v>165742.0</c:v>
                </c:pt>
                <c:pt idx="4">
                  <c:v>228873.0</c:v>
                </c:pt>
                <c:pt idx="5">
                  <c:v>279965.0</c:v>
                </c:pt>
                <c:pt idx="6">
                  <c:v>274703.0</c:v>
                </c:pt>
                <c:pt idx="7">
                  <c:v>287195.0</c:v>
                </c:pt>
                <c:pt idx="8">
                  <c:v>292435.0</c:v>
                </c:pt>
                <c:pt idx="9">
                  <c:v>287475.0</c:v>
                </c:pt>
                <c:pt idx="10">
                  <c:v>293954.0</c:v>
                </c:pt>
                <c:pt idx="11">
                  <c:v>293488.0</c:v>
                </c:pt>
                <c:pt idx="12">
                  <c:v>324138.0</c:v>
                </c:pt>
                <c:pt idx="13">
                  <c:v>322201.0</c:v>
                </c:pt>
                <c:pt idx="14">
                  <c:v>313828.0</c:v>
                </c:pt>
                <c:pt idx="15">
                  <c:v>316433.0</c:v>
                </c:pt>
                <c:pt idx="16">
                  <c:v>319755.0</c:v>
                </c:pt>
                <c:pt idx="17">
                  <c:v>321017.0</c:v>
                </c:pt>
                <c:pt idx="18">
                  <c:v>314339.0</c:v>
                </c:pt>
                <c:pt idx="19">
                  <c:v>312999.0</c:v>
                </c:pt>
                <c:pt idx="20">
                  <c:v>321364.0</c:v>
                </c:pt>
                <c:pt idx="21">
                  <c:v>318722.0</c:v>
                </c:pt>
                <c:pt idx="22">
                  <c:v>329639.0</c:v>
                </c:pt>
                <c:pt idx="23">
                  <c:v>335168.0</c:v>
                </c:pt>
                <c:pt idx="24">
                  <c:v>340112.0</c:v>
                </c:pt>
                <c:pt idx="25">
                  <c:v>332644.0</c:v>
                </c:pt>
                <c:pt idx="26">
                  <c:v>329677.0</c:v>
                </c:pt>
                <c:pt idx="27">
                  <c:v>332676.0</c:v>
                </c:pt>
                <c:pt idx="28">
                  <c:v>324221.0</c:v>
                </c:pt>
                <c:pt idx="29">
                  <c:v>338002.0</c:v>
                </c:pt>
                <c:pt idx="30">
                  <c:v>317749.0</c:v>
                </c:pt>
                <c:pt idx="31">
                  <c:v>323490.0</c:v>
                </c:pt>
                <c:pt idx="32">
                  <c:v>320919.0</c:v>
                </c:pt>
                <c:pt idx="33">
                  <c:v>317539.0</c:v>
                </c:pt>
                <c:pt idx="34">
                  <c:v>314077.0</c:v>
                </c:pt>
                <c:pt idx="35">
                  <c:v>312149.0</c:v>
                </c:pt>
                <c:pt idx="36">
                  <c:v>308246.0</c:v>
                </c:pt>
                <c:pt idx="37">
                  <c:v>305129.0</c:v>
                </c:pt>
                <c:pt idx="38">
                  <c:v>306380.0</c:v>
                </c:pt>
                <c:pt idx="39">
                  <c:v>306553.0</c:v>
                </c:pt>
                <c:pt idx="40">
                  <c:v>303917.0</c:v>
                </c:pt>
                <c:pt idx="41">
                  <c:v>314581.0</c:v>
                </c:pt>
                <c:pt idx="42">
                  <c:v>313795.0</c:v>
                </c:pt>
                <c:pt idx="43">
                  <c:v>313928.0</c:v>
                </c:pt>
                <c:pt idx="44">
                  <c:v>314102.0</c:v>
                </c:pt>
                <c:pt idx="45">
                  <c:v>316555.0</c:v>
                </c:pt>
                <c:pt idx="46">
                  <c:v>341039.0</c:v>
                </c:pt>
                <c:pt idx="47">
                  <c:v>361969.0</c:v>
                </c:pt>
                <c:pt idx="48">
                  <c:v>370776.0</c:v>
                </c:pt>
                <c:pt idx="49">
                  <c:v>378554.0</c:v>
                </c:pt>
                <c:pt idx="50">
                  <c:v>355672.0</c:v>
                </c:pt>
                <c:pt idx="51">
                  <c:v>362137.0</c:v>
                </c:pt>
                <c:pt idx="52">
                  <c:v>360202.0</c:v>
                </c:pt>
                <c:pt idx="53">
                  <c:v>364473.0</c:v>
                </c:pt>
                <c:pt idx="54">
                  <c:v>361023.0</c:v>
                </c:pt>
                <c:pt idx="55">
                  <c:v>359674.0</c:v>
                </c:pt>
                <c:pt idx="56">
                  <c:v>360086.0</c:v>
                </c:pt>
                <c:pt idx="57">
                  <c:v>356505.0</c:v>
                </c:pt>
                <c:pt idx="58">
                  <c:v>356856.0</c:v>
                </c:pt>
                <c:pt idx="59">
                  <c:v>353940.0</c:v>
                </c:pt>
                <c:pt idx="60">
                  <c:v>355110.0</c:v>
                </c:pt>
                <c:pt idx="61">
                  <c:v>357098.0</c:v>
                </c:pt>
                <c:pt idx="62">
                  <c:v>358271.0</c:v>
                </c:pt>
                <c:pt idx="63">
                  <c:v>358472.0</c:v>
                </c:pt>
                <c:pt idx="64">
                  <c:v>360510.0</c:v>
                </c:pt>
                <c:pt idx="65">
                  <c:v>377555.0</c:v>
                </c:pt>
                <c:pt idx="66">
                  <c:v>376691.0</c:v>
                </c:pt>
                <c:pt idx="67">
                  <c:v>379461.0</c:v>
                </c:pt>
                <c:pt idx="68">
                  <c:v>380601.0</c:v>
                </c:pt>
                <c:pt idx="69">
                  <c:v>390988.0</c:v>
                </c:pt>
                <c:pt idx="70">
                  <c:v>423667.0</c:v>
                </c:pt>
                <c:pt idx="71">
                  <c:v>412542.0</c:v>
                </c:pt>
                <c:pt idx="72">
                  <c:v>412684.0</c:v>
                </c:pt>
                <c:pt idx="73">
                  <c:v>405092.0</c:v>
                </c:pt>
                <c:pt idx="74">
                  <c:v>387967.0</c:v>
                </c:pt>
                <c:pt idx="75">
                  <c:v>408638.0</c:v>
                </c:pt>
                <c:pt idx="76">
                  <c:v>433524.0</c:v>
                </c:pt>
                <c:pt idx="77">
                  <c:v>469919.0</c:v>
                </c:pt>
                <c:pt idx="78">
                  <c:v>463319.0</c:v>
                </c:pt>
                <c:pt idx="79">
                  <c:v>467070.0</c:v>
                </c:pt>
                <c:pt idx="80">
                  <c:v>471335.0</c:v>
                </c:pt>
                <c:pt idx="81">
                  <c:v>472124.0</c:v>
                </c:pt>
                <c:pt idx="82">
                  <c:v>469512.0</c:v>
                </c:pt>
                <c:pt idx="83">
                  <c:v>473583.0</c:v>
                </c:pt>
                <c:pt idx="84">
                  <c:v>463019.0</c:v>
                </c:pt>
                <c:pt idx="85">
                  <c:v>465292.0</c:v>
                </c:pt>
                <c:pt idx="86">
                  <c:v>471078.0</c:v>
                </c:pt>
                <c:pt idx="87">
                  <c:v>461989.0</c:v>
                </c:pt>
                <c:pt idx="88">
                  <c:v>463085.0</c:v>
                </c:pt>
                <c:pt idx="89">
                  <c:v>466869.0</c:v>
                </c:pt>
                <c:pt idx="90">
                  <c:v>532881.0</c:v>
                </c:pt>
                <c:pt idx="91">
                  <c:v>536241.0</c:v>
                </c:pt>
                <c:pt idx="92">
                  <c:v>528782.0</c:v>
                </c:pt>
                <c:pt idx="93">
                  <c:v>529698.0</c:v>
                </c:pt>
                <c:pt idx="94">
                  <c:v>514013.0</c:v>
                </c:pt>
                <c:pt idx="95">
                  <c:v>512364.0</c:v>
                </c:pt>
                <c:pt idx="96">
                  <c:v>509496.0</c:v>
                </c:pt>
                <c:pt idx="97">
                  <c:v>500001.0</c:v>
                </c:pt>
                <c:pt idx="98">
                  <c:v>509985.0</c:v>
                </c:pt>
                <c:pt idx="99">
                  <c:v>493953.0</c:v>
                </c:pt>
                <c:pt idx="100">
                  <c:v>491267.0</c:v>
                </c:pt>
                <c:pt idx="101">
                  <c:v>500088.0</c:v>
                </c:pt>
                <c:pt idx="102">
                  <c:v>495382.0</c:v>
                </c:pt>
                <c:pt idx="103">
                  <c:v>491825.0</c:v>
                </c:pt>
                <c:pt idx="104">
                  <c:v>491275.0</c:v>
                </c:pt>
                <c:pt idx="105">
                  <c:v>497129.0</c:v>
                </c:pt>
                <c:pt idx="106">
                  <c:v>504950.0</c:v>
                </c:pt>
                <c:pt idx="107">
                  <c:v>503637.0</c:v>
                </c:pt>
                <c:pt idx="108">
                  <c:v>514482.0</c:v>
                </c:pt>
                <c:pt idx="109">
                  <c:v>526896.0</c:v>
                </c:pt>
                <c:pt idx="110">
                  <c:v>523347.0</c:v>
                </c:pt>
                <c:pt idx="111">
                  <c:v>523637.0</c:v>
                </c:pt>
                <c:pt idx="112">
                  <c:v>520165.0</c:v>
                </c:pt>
                <c:pt idx="113">
                  <c:v>531831.0</c:v>
                </c:pt>
                <c:pt idx="114">
                  <c:v>647464.0</c:v>
                </c:pt>
                <c:pt idx="115">
                  <c:v>633358.0</c:v>
                </c:pt>
                <c:pt idx="116">
                  <c:v>657160.0</c:v>
                </c:pt>
                <c:pt idx="117">
                  <c:v>669611.0</c:v>
                </c:pt>
                <c:pt idx="118">
                  <c:v>652604.0</c:v>
                </c:pt>
                <c:pt idx="119">
                  <c:v>649813.0</c:v>
                </c:pt>
                <c:pt idx="120">
                  <c:v>658249.0</c:v>
                </c:pt>
                <c:pt idx="121">
                  <c:v>749651.0</c:v>
                </c:pt>
                <c:pt idx="122">
                  <c:v>763623.0</c:v>
                </c:pt>
                <c:pt idx="123">
                  <c:v>826816.0</c:v>
                </c:pt>
                <c:pt idx="124">
                  <c:v>814505.0</c:v>
                </c:pt>
                <c:pt idx="125">
                  <c:v>823843.0</c:v>
                </c:pt>
                <c:pt idx="126">
                  <c:v>831602.0</c:v>
                </c:pt>
                <c:pt idx="127">
                  <c:v>819604.0</c:v>
                </c:pt>
                <c:pt idx="128">
                  <c:v>818199.0</c:v>
                </c:pt>
                <c:pt idx="129">
                  <c:v>813627.0</c:v>
                </c:pt>
                <c:pt idx="130">
                  <c:v>811151.0</c:v>
                </c:pt>
                <c:pt idx="131">
                  <c:v>810137.0</c:v>
                </c:pt>
                <c:pt idx="132">
                  <c:v>810801.0</c:v>
                </c:pt>
                <c:pt idx="133">
                  <c:v>825228.0</c:v>
                </c:pt>
                <c:pt idx="134">
                  <c:v>878178.0</c:v>
                </c:pt>
                <c:pt idx="135">
                  <c:v>891318.0</c:v>
                </c:pt>
                <c:pt idx="136">
                  <c:v>896256.0</c:v>
                </c:pt>
                <c:pt idx="137">
                  <c:v>890596.0</c:v>
                </c:pt>
                <c:pt idx="138">
                  <c:v>891953.0</c:v>
                </c:pt>
                <c:pt idx="139">
                  <c:v>855160.0</c:v>
                </c:pt>
                <c:pt idx="140">
                  <c:v>853604.0</c:v>
                </c:pt>
                <c:pt idx="141">
                  <c:v>841671.0</c:v>
                </c:pt>
                <c:pt idx="142">
                  <c:v>844638.0</c:v>
                </c:pt>
                <c:pt idx="143">
                  <c:v>846823.0</c:v>
                </c:pt>
                <c:pt idx="144">
                  <c:v>842420.0</c:v>
                </c:pt>
                <c:pt idx="145">
                  <c:v>844048.0</c:v>
                </c:pt>
                <c:pt idx="146">
                  <c:v>862570.0</c:v>
                </c:pt>
                <c:pt idx="147">
                  <c:v>871465.0</c:v>
                </c:pt>
                <c:pt idx="148">
                  <c:v>892268.0</c:v>
                </c:pt>
                <c:pt idx="149">
                  <c:v>898119.0</c:v>
                </c:pt>
                <c:pt idx="150">
                  <c:v>927952.0</c:v>
                </c:pt>
                <c:pt idx="151">
                  <c:v>937990.0</c:v>
                </c:pt>
                <c:pt idx="152">
                  <c:v>974869.0</c:v>
                </c:pt>
                <c:pt idx="153">
                  <c:v>972530.0</c:v>
                </c:pt>
                <c:pt idx="154">
                  <c:v>1026827.0</c:v>
                </c:pt>
                <c:pt idx="155">
                  <c:v>1070566.0</c:v>
                </c:pt>
                <c:pt idx="156">
                  <c:v>1102513.0</c:v>
                </c:pt>
                <c:pt idx="157">
                  <c:v>1204571.0</c:v>
                </c:pt>
                <c:pt idx="158">
                  <c:v>1235087.0</c:v>
                </c:pt>
                <c:pt idx="159">
                  <c:v>1226139.0</c:v>
                </c:pt>
                <c:pt idx="160">
                  <c:v>1208188.0</c:v>
                </c:pt>
                <c:pt idx="161">
                  <c:v>1228949.0</c:v>
                </c:pt>
                <c:pt idx="162">
                  <c:v>1304651.0</c:v>
                </c:pt>
                <c:pt idx="163">
                  <c:v>1357530.0</c:v>
                </c:pt>
                <c:pt idx="164">
                  <c:v>1639474.0</c:v>
                </c:pt>
                <c:pt idx="165">
                  <c:v>1654225.0</c:v>
                </c:pt>
                <c:pt idx="166">
                  <c:v>1693136.0</c:v>
                </c:pt>
                <c:pt idx="167">
                  <c:v>1677083.0</c:v>
                </c:pt>
                <c:pt idx="168">
                  <c:v>1661766.0</c:v>
                </c:pt>
                <c:pt idx="169">
                  <c:v>1682139.0</c:v>
                </c:pt>
                <c:pt idx="170">
                  <c:v>1697270.0</c:v>
                </c:pt>
                <c:pt idx="171">
                  <c:v>1653718.0</c:v>
                </c:pt>
                <c:pt idx="172">
                  <c:v>1713480.0</c:v>
                </c:pt>
                <c:pt idx="173">
                  <c:v>1624318.0</c:v>
                </c:pt>
                <c:pt idx="174">
                  <c:v>1618990.0</c:v>
                </c:pt>
                <c:pt idx="175">
                  <c:v>1660787.0</c:v>
                </c:pt>
                <c:pt idx="176">
                  <c:v>1816447.0</c:v>
                </c:pt>
                <c:pt idx="177">
                  <c:v>1875875.0</c:v>
                </c:pt>
                <c:pt idx="178">
                  <c:v>1875140.0</c:v>
                </c:pt>
                <c:pt idx="179">
                  <c:v>1855731.0</c:v>
                </c:pt>
                <c:pt idx="180">
                  <c:v>1887087.0</c:v>
                </c:pt>
                <c:pt idx="181">
                  <c:v>1976471.0</c:v>
                </c:pt>
                <c:pt idx="182">
                  <c:v>1987644.0</c:v>
                </c:pt>
                <c:pt idx="183">
                  <c:v>1994496.0</c:v>
                </c:pt>
                <c:pt idx="184">
                  <c:v>2011037.0</c:v>
                </c:pt>
                <c:pt idx="185">
                  <c:v>1994131.0</c:v>
                </c:pt>
                <c:pt idx="186">
                  <c:v>2012194.0</c:v>
                </c:pt>
                <c:pt idx="187">
                  <c:v>2061167.0</c:v>
                </c:pt>
                <c:pt idx="188">
                  <c:v>2117202.0</c:v>
                </c:pt>
                <c:pt idx="189">
                  <c:v>2157128.0</c:v>
                </c:pt>
                <c:pt idx="190">
                  <c:v>2148820.0</c:v>
                </c:pt>
                <c:pt idx="191">
                  <c:v>2201500.0</c:v>
                </c:pt>
                <c:pt idx="192">
                  <c:v>2041281.0</c:v>
                </c:pt>
                <c:pt idx="193">
                  <c:v>2050283.0</c:v>
                </c:pt>
                <c:pt idx="194">
                  <c:v>2034156.0</c:v>
                </c:pt>
                <c:pt idx="195">
                  <c:v>1974907.0</c:v>
                </c:pt>
                <c:pt idx="196">
                  <c:v>1998349.0</c:v>
                </c:pt>
                <c:pt idx="197">
                  <c:v>2086272.0</c:v>
                </c:pt>
                <c:pt idx="198">
                  <c:v>2077618.0</c:v>
                </c:pt>
                <c:pt idx="199">
                  <c:v>2126592.0</c:v>
                </c:pt>
                <c:pt idx="200">
                  <c:v>2137622.0</c:v>
                </c:pt>
                <c:pt idx="201">
                  <c:v>2150171.0</c:v>
                </c:pt>
                <c:pt idx="202">
                  <c:v>2095252.0</c:v>
                </c:pt>
                <c:pt idx="203">
                  <c:v>2086219.0</c:v>
                </c:pt>
                <c:pt idx="204">
                  <c:v>2124749.0</c:v>
                </c:pt>
                <c:pt idx="205">
                  <c:v>2115671.0</c:v>
                </c:pt>
                <c:pt idx="206">
                  <c:v>2162230.0</c:v>
                </c:pt>
                <c:pt idx="207">
                  <c:v>2105710.0</c:v>
                </c:pt>
                <c:pt idx="208">
                  <c:v>2153879.0</c:v>
                </c:pt>
                <c:pt idx="209">
                  <c:v>2261088.0</c:v>
                </c:pt>
                <c:pt idx="210">
                  <c:v>2241254.0</c:v>
                </c:pt>
                <c:pt idx="211">
                  <c:v>2406993.0</c:v>
                </c:pt>
                <c:pt idx="212">
                  <c:v>2320321.0</c:v>
                </c:pt>
                <c:pt idx="213">
                  <c:v>2261435.0</c:v>
                </c:pt>
                <c:pt idx="214">
                  <c:v>2246182.0</c:v>
                </c:pt>
                <c:pt idx="215">
                  <c:v>2220880.0</c:v>
                </c:pt>
                <c:pt idx="216">
                  <c:v>2240370.0</c:v>
                </c:pt>
                <c:pt idx="217">
                  <c:v>2119680.0</c:v>
                </c:pt>
                <c:pt idx="218">
                  <c:v>2090732.0</c:v>
                </c:pt>
                <c:pt idx="219">
                  <c:v>2072105.0</c:v>
                </c:pt>
                <c:pt idx="220">
                  <c:v>2112047.0</c:v>
                </c:pt>
                <c:pt idx="221">
                  <c:v>2109030.0</c:v>
                </c:pt>
                <c:pt idx="222">
                  <c:v>2075800.0</c:v>
                </c:pt>
                <c:pt idx="223">
                  <c:v>2071786.0</c:v>
                </c:pt>
                <c:pt idx="224">
                  <c:v>2075597.0</c:v>
                </c:pt>
                <c:pt idx="225">
                  <c:v>2092008.0</c:v>
                </c:pt>
                <c:pt idx="226">
                  <c:v>2206185.0</c:v>
                </c:pt>
                <c:pt idx="227">
                  <c:v>2598262.0</c:v>
                </c:pt>
                <c:pt idx="228">
                  <c:v>2616563.0</c:v>
                </c:pt>
                <c:pt idx="229">
                  <c:v>2631166.0</c:v>
                </c:pt>
                <c:pt idx="230">
                  <c:v>2623189.0</c:v>
                </c:pt>
                <c:pt idx="231">
                  <c:v>2682333.0</c:v>
                </c:pt>
                <c:pt idx="232">
                  <c:v>3335964.0</c:v>
                </c:pt>
                <c:pt idx="233">
                  <c:v>3321834.0</c:v>
                </c:pt>
                <c:pt idx="234">
                  <c:v>3458308.0</c:v>
                </c:pt>
                <c:pt idx="235">
                  <c:v>3306583.0</c:v>
                </c:pt>
                <c:pt idx="236">
                  <c:v>3307991.0</c:v>
                </c:pt>
                <c:pt idx="237">
                  <c:v>3226697.0</c:v>
                </c:pt>
                <c:pt idx="238">
                  <c:v>3267838.0</c:v>
                </c:pt>
                <c:pt idx="239">
                  <c:v>3265430.0</c:v>
                </c:pt>
                <c:pt idx="240">
                  <c:v>3303880.0</c:v>
                </c:pt>
                <c:pt idx="241">
                  <c:v>3139651.0</c:v>
                </c:pt>
                <c:pt idx="242">
                  <c:v>3202737.0</c:v>
                </c:pt>
                <c:pt idx="243">
                  <c:v>3174483.0</c:v>
                </c:pt>
                <c:pt idx="244">
                  <c:v>3102629.0</c:v>
                </c:pt>
                <c:pt idx="245">
                  <c:v>3082344.0</c:v>
                </c:pt>
                <c:pt idx="246">
                  <c:v>3089854.0</c:v>
                </c:pt>
                <c:pt idx="247">
                  <c:v>3073297.0</c:v>
                </c:pt>
                <c:pt idx="248">
                  <c:v>3064894.0</c:v>
                </c:pt>
                <c:pt idx="249">
                  <c:v>3068764.0</c:v>
                </c:pt>
                <c:pt idx="250">
                  <c:v>3062005.0</c:v>
                </c:pt>
                <c:pt idx="251">
                  <c:v>3024953.0</c:v>
                </c:pt>
                <c:pt idx="252">
                  <c:v>3041197.0</c:v>
                </c:pt>
                <c:pt idx="253">
                  <c:v>3036692.0</c:v>
                </c:pt>
                <c:pt idx="254">
                  <c:v>3038682.0</c:v>
                </c:pt>
                <c:pt idx="255">
                  <c:v>3032724.0</c:v>
                </c:pt>
                <c:pt idx="256">
                  <c:v>3005575.0</c:v>
                </c:pt>
                <c:pt idx="257">
                  <c:v>3006403.0</c:v>
                </c:pt>
                <c:pt idx="258">
                  <c:v>2967665.0</c:v>
                </c:pt>
                <c:pt idx="259">
                  <c:v>2966352.0</c:v>
                </c:pt>
                <c:pt idx="260">
                  <c:v>2969364.0</c:v>
                </c:pt>
                <c:pt idx="261">
                  <c:v>2962217.0</c:v>
                </c:pt>
                <c:pt idx="262">
                  <c:v>3054916.0</c:v>
                </c:pt>
                <c:pt idx="263">
                  <c:v>3162453.0</c:v>
                </c:pt>
                <c:pt idx="264">
                  <c:v>3223028.0</c:v>
                </c:pt>
                <c:pt idx="265">
                  <c:v>3175630.0</c:v>
                </c:pt>
                <c:pt idx="266">
                  <c:v>3103269.0</c:v>
                </c:pt>
                <c:pt idx="267">
                  <c:v>3128207.0</c:v>
                </c:pt>
                <c:pt idx="268">
                  <c:v>3091289.0</c:v>
                </c:pt>
                <c:pt idx="269">
                  <c:v>3026199.0</c:v>
                </c:pt>
                <c:pt idx="270">
                  <c:v>2946530.0</c:v>
                </c:pt>
                <c:pt idx="271">
                  <c:v>2801383.0</c:v>
                </c:pt>
                <c:pt idx="272">
                  <c:v>2823573.0</c:v>
                </c:pt>
                <c:pt idx="273">
                  <c:v>2827806.0</c:v>
                </c:pt>
                <c:pt idx="274">
                  <c:v>2830961.0</c:v>
                </c:pt>
                <c:pt idx="275">
                  <c:v>2872106.0</c:v>
                </c:pt>
                <c:pt idx="276">
                  <c:v>2808629.0</c:v>
                </c:pt>
                <c:pt idx="277">
                  <c:v>2854675.0</c:v>
                </c:pt>
                <c:pt idx="278">
                  <c:v>2840328.0</c:v>
                </c:pt>
                <c:pt idx="279">
                  <c:v>2821515.0</c:v>
                </c:pt>
                <c:pt idx="280">
                  <c:v>2829017.0</c:v>
                </c:pt>
                <c:pt idx="281">
                  <c:v>2770834.0</c:v>
                </c:pt>
                <c:pt idx="282">
                  <c:v>2782809.0</c:v>
                </c:pt>
                <c:pt idx="283">
                  <c:v>2795461.0</c:v>
                </c:pt>
                <c:pt idx="284">
                  <c:v>2777395.0</c:v>
                </c:pt>
                <c:pt idx="285">
                  <c:v>2764949.0</c:v>
                </c:pt>
                <c:pt idx="286">
                  <c:v>2768443.0</c:v>
                </c:pt>
                <c:pt idx="287">
                  <c:v>2758114.0</c:v>
                </c:pt>
                <c:pt idx="288">
                  <c:v>2759728.0</c:v>
                </c:pt>
                <c:pt idx="289">
                  <c:v>2756372.0</c:v>
                </c:pt>
                <c:pt idx="290">
                  <c:v>2735663.0</c:v>
                </c:pt>
                <c:pt idx="291">
                  <c:v>2729697.0</c:v>
                </c:pt>
                <c:pt idx="292">
                  <c:v>2721524.0</c:v>
                </c:pt>
                <c:pt idx="293">
                  <c:v>2839664.0</c:v>
                </c:pt>
                <c:pt idx="294">
                  <c:v>2843012.0</c:v>
                </c:pt>
                <c:pt idx="295">
                  <c:v>2777185.0</c:v>
                </c:pt>
                <c:pt idx="296">
                  <c:v>2773422.0</c:v>
                </c:pt>
                <c:pt idx="297">
                  <c:v>2718082.0</c:v>
                </c:pt>
                <c:pt idx="298">
                  <c:v>2689274.0</c:v>
                </c:pt>
                <c:pt idx="299">
                  <c:v>2701739.0</c:v>
                </c:pt>
                <c:pt idx="300">
                  <c:v>2700533.0</c:v>
                </c:pt>
                <c:pt idx="301">
                  <c:v>2688349.0</c:v>
                </c:pt>
                <c:pt idx="302">
                  <c:v>2777113.0</c:v>
                </c:pt>
                <c:pt idx="303">
                  <c:v>2825944.0</c:v>
                </c:pt>
                <c:pt idx="304">
                  <c:v>2841897.0</c:v>
                </c:pt>
                <c:pt idx="305">
                  <c:v>2909262.0</c:v>
                </c:pt>
                <c:pt idx="306">
                  <c:v>2918969.0</c:v>
                </c:pt>
                <c:pt idx="307">
                  <c:v>2921844.0</c:v>
                </c:pt>
                <c:pt idx="308">
                  <c:v>3004721.0</c:v>
                </c:pt>
                <c:pt idx="309">
                  <c:v>3130022.0</c:v>
                </c:pt>
                <c:pt idx="310">
                  <c:v>3050754.0</c:v>
                </c:pt>
                <c:pt idx="311">
                  <c:v>3103827.0</c:v>
                </c:pt>
                <c:pt idx="312">
                  <c:v>3080590.0</c:v>
                </c:pt>
                <c:pt idx="313">
                  <c:v>3129300.0</c:v>
                </c:pt>
                <c:pt idx="314">
                  <c:v>3077994.0</c:v>
                </c:pt>
                <c:pt idx="315">
                  <c:v>3073854.0</c:v>
                </c:pt>
                <c:pt idx="316">
                  <c:v>3005573.0</c:v>
                </c:pt>
                <c:pt idx="317">
                  <c:v>2964000.0</c:v>
                </c:pt>
                <c:pt idx="318">
                  <c:v>3015768.0</c:v>
                </c:pt>
                <c:pt idx="319">
                  <c:v>3112940.0</c:v>
                </c:pt>
                <c:pt idx="320">
                  <c:v>3102588.0</c:v>
                </c:pt>
                <c:pt idx="321">
                  <c:v>3390865.0</c:v>
                </c:pt>
                <c:pt idx="322">
                  <c:v>3433772.0</c:v>
                </c:pt>
                <c:pt idx="323">
                  <c:v>3433408.0</c:v>
                </c:pt>
                <c:pt idx="324">
                  <c:v>3300760.0</c:v>
                </c:pt>
                <c:pt idx="325">
                  <c:v>3311647.0</c:v>
                </c:pt>
                <c:pt idx="326">
                  <c:v>3312008.0</c:v>
                </c:pt>
                <c:pt idx="327">
                  <c:v>3490700.0</c:v>
                </c:pt>
                <c:pt idx="328">
                  <c:v>3479699.0</c:v>
                </c:pt>
                <c:pt idx="329">
                  <c:v>3492649.0</c:v>
                </c:pt>
                <c:pt idx="330">
                  <c:v>3375756.0</c:v>
                </c:pt>
                <c:pt idx="331">
                  <c:v>3404214.0</c:v>
                </c:pt>
                <c:pt idx="332">
                  <c:v>3328163.0</c:v>
                </c:pt>
                <c:pt idx="333">
                  <c:v>3363826.0</c:v>
                </c:pt>
                <c:pt idx="334">
                  <c:v>3351978.0</c:v>
                </c:pt>
                <c:pt idx="335">
                  <c:v>3382034.0</c:v>
                </c:pt>
                <c:pt idx="336">
                  <c:v>3326945.0</c:v>
                </c:pt>
                <c:pt idx="337">
                  <c:v>3353629.0</c:v>
                </c:pt>
                <c:pt idx="338">
                  <c:v>3359056.0</c:v>
                </c:pt>
                <c:pt idx="339">
                  <c:v>3506407.0</c:v>
                </c:pt>
                <c:pt idx="340">
                  <c:v>3401126.0</c:v>
                </c:pt>
                <c:pt idx="341">
                  <c:v>3390737.0</c:v>
                </c:pt>
                <c:pt idx="342">
                  <c:v>3391440.0</c:v>
                </c:pt>
                <c:pt idx="343">
                  <c:v>3342494.0</c:v>
                </c:pt>
                <c:pt idx="344">
                  <c:v>3171615.0</c:v>
                </c:pt>
                <c:pt idx="345">
                  <c:v>3176399.0</c:v>
                </c:pt>
                <c:pt idx="346">
                  <c:v>3079954.0</c:v>
                </c:pt>
                <c:pt idx="347">
                  <c:v>3062448.0</c:v>
                </c:pt>
                <c:pt idx="348">
                  <c:v>3068076.0</c:v>
                </c:pt>
                <c:pt idx="349">
                  <c:v>2948159.0</c:v>
                </c:pt>
                <c:pt idx="350">
                  <c:v>2951577.0</c:v>
                </c:pt>
                <c:pt idx="351">
                  <c:v>2982206.0</c:v>
                </c:pt>
                <c:pt idx="352">
                  <c:v>2940089.0</c:v>
                </c:pt>
                <c:pt idx="353">
                  <c:v>2909477.0</c:v>
                </c:pt>
                <c:pt idx="354">
                  <c:v>2958921.0</c:v>
                </c:pt>
                <c:pt idx="355">
                  <c:v>2941290.0</c:v>
                </c:pt>
                <c:pt idx="356">
                  <c:v>2954453.0</c:v>
                </c:pt>
                <c:pt idx="357">
                  <c:v>3140374.0</c:v>
                </c:pt>
                <c:pt idx="358">
                  <c:v>3295781.0</c:v>
                </c:pt>
                <c:pt idx="359">
                  <c:v>3427565.0</c:v>
                </c:pt>
                <c:pt idx="360">
                  <c:v>3415854.0</c:v>
                </c:pt>
                <c:pt idx="361">
                  <c:v>3453952.0</c:v>
                </c:pt>
                <c:pt idx="362">
                  <c:v>3500740.0</c:v>
                </c:pt>
                <c:pt idx="363">
                  <c:v>3334132.0</c:v>
                </c:pt>
                <c:pt idx="364">
                  <c:v>3321910.0</c:v>
                </c:pt>
                <c:pt idx="365">
                  <c:v>3294555.0</c:v>
                </c:pt>
                <c:pt idx="366">
                  <c:v>3272706.0</c:v>
                </c:pt>
                <c:pt idx="367">
                  <c:v>3216865.0</c:v>
                </c:pt>
                <c:pt idx="368">
                  <c:v>3232957.0</c:v>
                </c:pt>
                <c:pt idx="369">
                  <c:v>3171517.0</c:v>
                </c:pt>
                <c:pt idx="370">
                  <c:v>3166891.0</c:v>
                </c:pt>
                <c:pt idx="371">
                  <c:v>3152642.0</c:v>
                </c:pt>
                <c:pt idx="372">
                  <c:v>3145839.0</c:v>
                </c:pt>
                <c:pt idx="373">
                  <c:v>3034291.0</c:v>
                </c:pt>
                <c:pt idx="374">
                  <c:v>3073707.0</c:v>
                </c:pt>
                <c:pt idx="375">
                  <c:v>3057964.0</c:v>
                </c:pt>
                <c:pt idx="376">
                  <c:v>3012146.0</c:v>
                </c:pt>
                <c:pt idx="377">
                  <c:v>3060375.0</c:v>
                </c:pt>
                <c:pt idx="378">
                  <c:v>3112097.0</c:v>
                </c:pt>
                <c:pt idx="379">
                  <c:v>3033392.0</c:v>
                </c:pt>
                <c:pt idx="380">
                  <c:v>3027060.0</c:v>
                </c:pt>
                <c:pt idx="381">
                  <c:v>3105547.0</c:v>
                </c:pt>
                <c:pt idx="382">
                  <c:v>3112789.0</c:v>
                </c:pt>
                <c:pt idx="383">
                  <c:v>3247681.0</c:v>
                </c:pt>
                <c:pt idx="384">
                  <c:v>3279706.0</c:v>
                </c:pt>
                <c:pt idx="385">
                  <c:v>3314661.0</c:v>
                </c:pt>
                <c:pt idx="386">
                  <c:v>3252891.0</c:v>
                </c:pt>
                <c:pt idx="387">
                  <c:v>3231476.0</c:v>
                </c:pt>
                <c:pt idx="388">
                  <c:v>3232121.0</c:v>
                </c:pt>
                <c:pt idx="389">
                  <c:v>3226125.0</c:v>
                </c:pt>
                <c:pt idx="390">
                  <c:v>3196676.0</c:v>
                </c:pt>
                <c:pt idx="391">
                  <c:v>3188340.0</c:v>
                </c:pt>
                <c:pt idx="392">
                  <c:v>3281816.0</c:v>
                </c:pt>
                <c:pt idx="393">
                  <c:v>3260908.0</c:v>
                </c:pt>
                <c:pt idx="394">
                  <c:v>3285591.0</c:v>
                </c:pt>
                <c:pt idx="395">
                  <c:v>3212901.0</c:v>
                </c:pt>
                <c:pt idx="396">
                  <c:v>3224346.0</c:v>
                </c:pt>
                <c:pt idx="397">
                  <c:v>3168303.0</c:v>
                </c:pt>
                <c:pt idx="398">
                  <c:v>3125433.0</c:v>
                </c:pt>
                <c:pt idx="399">
                  <c:v>3144645.0</c:v>
                </c:pt>
                <c:pt idx="400">
                  <c:v>3110866.0</c:v>
                </c:pt>
                <c:pt idx="401">
                  <c:v>3064677.0</c:v>
                </c:pt>
                <c:pt idx="402">
                  <c:v>3064526.0</c:v>
                </c:pt>
                <c:pt idx="403">
                  <c:v>3018578.0</c:v>
                </c:pt>
                <c:pt idx="404">
                  <c:v>3002647.0</c:v>
                </c:pt>
                <c:pt idx="405">
                  <c:v>2899926.0</c:v>
                </c:pt>
                <c:pt idx="406">
                  <c:v>2902853.0</c:v>
                </c:pt>
                <c:pt idx="407">
                  <c:v>2890685.0</c:v>
                </c:pt>
                <c:pt idx="408">
                  <c:v>2898950.0</c:v>
                </c:pt>
                <c:pt idx="409">
                  <c:v>2868842.0</c:v>
                </c:pt>
                <c:pt idx="410">
                  <c:v>2967545.0</c:v>
                </c:pt>
                <c:pt idx="411">
                  <c:v>3037659.0</c:v>
                </c:pt>
                <c:pt idx="412">
                  <c:v>3004354.0</c:v>
                </c:pt>
                <c:pt idx="413">
                  <c:v>3004021.0</c:v>
                </c:pt>
                <c:pt idx="414">
                  <c:v>3024996.0</c:v>
                </c:pt>
                <c:pt idx="415">
                  <c:v>3020404.0</c:v>
                </c:pt>
                <c:pt idx="416">
                  <c:v>3027067.0</c:v>
                </c:pt>
                <c:pt idx="417">
                  <c:v>2993318.0</c:v>
                </c:pt>
                <c:pt idx="418">
                  <c:v>2946534.0</c:v>
                </c:pt>
                <c:pt idx="419">
                  <c:v>2933416.0</c:v>
                </c:pt>
                <c:pt idx="420">
                  <c:v>2885408.0</c:v>
                </c:pt>
                <c:pt idx="421">
                  <c:v>3000372.0</c:v>
                </c:pt>
                <c:pt idx="422">
                  <c:v>2997404.0</c:v>
                </c:pt>
                <c:pt idx="423">
                  <c:v>3017919.0</c:v>
                </c:pt>
                <c:pt idx="424">
                  <c:v>3034207.0</c:v>
                </c:pt>
                <c:pt idx="425">
                  <c:v>3059778.0</c:v>
                </c:pt>
                <c:pt idx="426">
                  <c:v>3014679.0</c:v>
                </c:pt>
                <c:pt idx="427">
                  <c:v>2999143.0</c:v>
                </c:pt>
                <c:pt idx="428">
                  <c:v>2967149.0</c:v>
                </c:pt>
                <c:pt idx="429">
                  <c:v>2943845.0</c:v>
                </c:pt>
                <c:pt idx="430">
                  <c:v>2933527.0</c:v>
                </c:pt>
                <c:pt idx="431">
                  <c:v>2916363.0</c:v>
                </c:pt>
                <c:pt idx="432">
                  <c:v>2936302.0</c:v>
                </c:pt>
                <c:pt idx="433">
                  <c:v>2967935.0</c:v>
                </c:pt>
                <c:pt idx="434">
                  <c:v>2967355.0</c:v>
                </c:pt>
                <c:pt idx="435">
                  <c:v>2991077.0</c:v>
                </c:pt>
                <c:pt idx="436">
                  <c:v>2960118.0</c:v>
                </c:pt>
                <c:pt idx="437">
                  <c:v>2937613.0</c:v>
                </c:pt>
                <c:pt idx="438">
                  <c:v>2958769.0</c:v>
                </c:pt>
                <c:pt idx="439">
                  <c:v>3106903.0</c:v>
                </c:pt>
                <c:pt idx="440">
                  <c:v>3066714.0</c:v>
                </c:pt>
                <c:pt idx="441">
                  <c:v>3107236.0</c:v>
                </c:pt>
                <c:pt idx="442">
                  <c:v>3169405.0</c:v>
                </c:pt>
                <c:pt idx="443">
                  <c:v>3101610.0</c:v>
                </c:pt>
                <c:pt idx="444">
                  <c:v>3099446.0</c:v>
                </c:pt>
                <c:pt idx="445">
                  <c:v>3079942.0</c:v>
                </c:pt>
                <c:pt idx="446">
                  <c:v>3068630.0</c:v>
                </c:pt>
                <c:pt idx="447">
                  <c:v>3019272.0</c:v>
                </c:pt>
                <c:pt idx="448">
                  <c:v>3013360.0</c:v>
                </c:pt>
                <c:pt idx="449">
                  <c:v>2988640.0</c:v>
                </c:pt>
                <c:pt idx="450">
                  <c:v>3146563.0</c:v>
                </c:pt>
                <c:pt idx="451">
                  <c:v>3145664.0</c:v>
                </c:pt>
                <c:pt idx="452">
                  <c:v>3191648.0</c:v>
                </c:pt>
                <c:pt idx="453">
                  <c:v>3131142.0</c:v>
                </c:pt>
                <c:pt idx="454">
                  <c:v>3206104.0</c:v>
                </c:pt>
                <c:pt idx="455">
                  <c:v>3263052.0</c:v>
                </c:pt>
                <c:pt idx="456">
                  <c:v>3246939.0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Sheet1!$B$919</c:f>
              <c:strCache>
                <c:ptCount val="1"/>
                <c:pt idx="0">
                  <c:v>Final (adaptive) version</c:v>
                </c:pt>
              </c:strCache>
            </c:strRef>
          </c:tx>
          <c:spPr>
            <a:ln w="31750">
              <a:solidFill>
                <a:srgbClr val="C86A12"/>
              </a:solidFill>
            </a:ln>
          </c:spPr>
          <c:marker>
            <c:symbol val="none"/>
          </c:marker>
          <c:xVal>
            <c:numRef>
              <c:f>Sheet1!$A$920:$A$1376</c:f>
              <c:numCache>
                <c:formatCode>General</c:formatCode>
                <c:ptCount val="457"/>
                <c:pt idx="0">
                  <c:v>2018.0164271047229</c:v>
                </c:pt>
                <c:pt idx="1">
                  <c:v>2018.0355920602328</c:v>
                </c:pt>
                <c:pt idx="2">
                  <c:v>2018.0547570157426</c:v>
                </c:pt>
                <c:pt idx="3">
                  <c:v>2018.0739219712525</c:v>
                </c:pt>
                <c:pt idx="4">
                  <c:v>2018.0930869267625</c:v>
                </c:pt>
                <c:pt idx="5">
                  <c:v>2018.1122518822724</c:v>
                </c:pt>
                <c:pt idx="6">
                  <c:v>2018.1314168377824</c:v>
                </c:pt>
                <c:pt idx="7">
                  <c:v>2018.1505817932923</c:v>
                </c:pt>
                <c:pt idx="8">
                  <c:v>2018.1697467488023</c:v>
                </c:pt>
                <c:pt idx="9">
                  <c:v>2018.1889117043122</c:v>
                </c:pt>
                <c:pt idx="10">
                  <c:v>2018.208076659822</c:v>
                </c:pt>
                <c:pt idx="11">
                  <c:v>2018.2272416153319</c:v>
                </c:pt>
                <c:pt idx="12">
                  <c:v>2018.2464065708418</c:v>
                </c:pt>
                <c:pt idx="13">
                  <c:v>2018.2655715263518</c:v>
                </c:pt>
                <c:pt idx="14">
                  <c:v>2018.2847364818617</c:v>
                </c:pt>
                <c:pt idx="15">
                  <c:v>2018.3039014373717</c:v>
                </c:pt>
                <c:pt idx="16">
                  <c:v>2018.3230663928816</c:v>
                </c:pt>
                <c:pt idx="17">
                  <c:v>2018.3422313483916</c:v>
                </c:pt>
                <c:pt idx="18">
                  <c:v>2018.3613963039015</c:v>
                </c:pt>
                <c:pt idx="19">
                  <c:v>2018.3805612594113</c:v>
                </c:pt>
                <c:pt idx="20">
                  <c:v>2018.3997262149212</c:v>
                </c:pt>
                <c:pt idx="21">
                  <c:v>2018.4188911704312</c:v>
                </c:pt>
                <c:pt idx="22">
                  <c:v>2018.438056125941</c:v>
                </c:pt>
                <c:pt idx="23">
                  <c:v>2018.457221081451</c:v>
                </c:pt>
                <c:pt idx="24">
                  <c:v>2018.476386036961</c:v>
                </c:pt>
                <c:pt idx="25">
                  <c:v>2018.495550992471</c:v>
                </c:pt>
                <c:pt idx="26">
                  <c:v>2018.514715947981</c:v>
                </c:pt>
                <c:pt idx="27">
                  <c:v>2018.5338809034909</c:v>
                </c:pt>
                <c:pt idx="28">
                  <c:v>2018.5530458590006</c:v>
                </c:pt>
                <c:pt idx="29">
                  <c:v>2018.5722108145105</c:v>
                </c:pt>
                <c:pt idx="30">
                  <c:v>2018.5913757700205</c:v>
                </c:pt>
                <c:pt idx="31">
                  <c:v>2018.6105407255304</c:v>
                </c:pt>
                <c:pt idx="32">
                  <c:v>2018.6297056810404</c:v>
                </c:pt>
                <c:pt idx="33">
                  <c:v>2018.6488706365503</c:v>
                </c:pt>
                <c:pt idx="34">
                  <c:v>2018.6680355920603</c:v>
                </c:pt>
                <c:pt idx="35">
                  <c:v>2018.6872005475702</c:v>
                </c:pt>
                <c:pt idx="36">
                  <c:v>2018.7063655030802</c:v>
                </c:pt>
                <c:pt idx="37">
                  <c:v>2018.72553045859</c:v>
                </c:pt>
                <c:pt idx="38">
                  <c:v>2018.7446954140999</c:v>
                </c:pt>
                <c:pt idx="39">
                  <c:v>2018.7638603696098</c:v>
                </c:pt>
                <c:pt idx="40">
                  <c:v>2018.7830253251198</c:v>
                </c:pt>
                <c:pt idx="41">
                  <c:v>2018.8021902806297</c:v>
                </c:pt>
                <c:pt idx="42">
                  <c:v>2018.8213552361397</c:v>
                </c:pt>
                <c:pt idx="43">
                  <c:v>2018.8405201916496</c:v>
                </c:pt>
                <c:pt idx="44">
                  <c:v>2018.8596851471596</c:v>
                </c:pt>
                <c:pt idx="45">
                  <c:v>2018.8788501026695</c:v>
                </c:pt>
                <c:pt idx="46">
                  <c:v>2018.8980150581792</c:v>
                </c:pt>
                <c:pt idx="47">
                  <c:v>2018.9171800136892</c:v>
                </c:pt>
                <c:pt idx="48">
                  <c:v>2018.9363449691991</c:v>
                </c:pt>
                <c:pt idx="49">
                  <c:v>2018.955509924709</c:v>
                </c:pt>
                <c:pt idx="50">
                  <c:v>2018.974674880219</c:v>
                </c:pt>
                <c:pt idx="51">
                  <c:v>2018.993839835729</c:v>
                </c:pt>
                <c:pt idx="52">
                  <c:v>2019.0136892539356</c:v>
                </c:pt>
                <c:pt idx="53">
                  <c:v>2019.0328542094455</c:v>
                </c:pt>
                <c:pt idx="54">
                  <c:v>2019.0520191649555</c:v>
                </c:pt>
                <c:pt idx="55">
                  <c:v>2019.0711841204654</c:v>
                </c:pt>
                <c:pt idx="56">
                  <c:v>2019.0903490759754</c:v>
                </c:pt>
                <c:pt idx="57">
                  <c:v>2019.1095140314853</c:v>
                </c:pt>
                <c:pt idx="58">
                  <c:v>2019.1286789869953</c:v>
                </c:pt>
                <c:pt idx="59">
                  <c:v>2019.1478439425052</c:v>
                </c:pt>
                <c:pt idx="60">
                  <c:v>2019.167008898015</c:v>
                </c:pt>
                <c:pt idx="61">
                  <c:v>2019.186173853525</c:v>
                </c:pt>
                <c:pt idx="62">
                  <c:v>2019.2053388090349</c:v>
                </c:pt>
                <c:pt idx="63">
                  <c:v>2019.2245037645448</c:v>
                </c:pt>
                <c:pt idx="64">
                  <c:v>2019.2436687200548</c:v>
                </c:pt>
                <c:pt idx="65">
                  <c:v>2019.2628336755647</c:v>
                </c:pt>
                <c:pt idx="66">
                  <c:v>2019.2819986310747</c:v>
                </c:pt>
                <c:pt idx="67">
                  <c:v>2019.3011635865846</c:v>
                </c:pt>
                <c:pt idx="68">
                  <c:v>2019.3203285420946</c:v>
                </c:pt>
                <c:pt idx="69">
                  <c:v>2019.3394934976043</c:v>
                </c:pt>
                <c:pt idx="70">
                  <c:v>2019.3586584531142</c:v>
                </c:pt>
                <c:pt idx="71">
                  <c:v>2019.3778234086242</c:v>
                </c:pt>
                <c:pt idx="72">
                  <c:v>2019.3969883641341</c:v>
                </c:pt>
                <c:pt idx="73">
                  <c:v>2019.416153319644</c:v>
                </c:pt>
                <c:pt idx="74">
                  <c:v>2019.435318275154</c:v>
                </c:pt>
                <c:pt idx="75">
                  <c:v>2019.454483230664</c:v>
                </c:pt>
                <c:pt idx="76">
                  <c:v>2019.473648186174</c:v>
                </c:pt>
                <c:pt idx="77">
                  <c:v>2019.4928131416839</c:v>
                </c:pt>
                <c:pt idx="78">
                  <c:v>2019.5119780971936</c:v>
                </c:pt>
                <c:pt idx="79">
                  <c:v>2019.5311430527036</c:v>
                </c:pt>
                <c:pt idx="80">
                  <c:v>2019.5503080082135</c:v>
                </c:pt>
                <c:pt idx="81">
                  <c:v>2019.5694729637235</c:v>
                </c:pt>
                <c:pt idx="82">
                  <c:v>2019.5886379192334</c:v>
                </c:pt>
                <c:pt idx="83">
                  <c:v>2019.6078028747434</c:v>
                </c:pt>
                <c:pt idx="84">
                  <c:v>2019.6269678302533</c:v>
                </c:pt>
                <c:pt idx="85">
                  <c:v>2019.6461327857633</c:v>
                </c:pt>
                <c:pt idx="86">
                  <c:v>2019.6652977412732</c:v>
                </c:pt>
                <c:pt idx="87">
                  <c:v>2019.684462696783</c:v>
                </c:pt>
                <c:pt idx="88">
                  <c:v>2019.7036276522929</c:v>
                </c:pt>
                <c:pt idx="89">
                  <c:v>2019.7227926078028</c:v>
                </c:pt>
                <c:pt idx="90">
                  <c:v>2019.7419575633128</c:v>
                </c:pt>
                <c:pt idx="91">
                  <c:v>2019.7611225188227</c:v>
                </c:pt>
                <c:pt idx="92">
                  <c:v>2019.7802874743327</c:v>
                </c:pt>
                <c:pt idx="93">
                  <c:v>2019.7994524298426</c:v>
                </c:pt>
                <c:pt idx="94">
                  <c:v>2019.8186173853526</c:v>
                </c:pt>
                <c:pt idx="95">
                  <c:v>2019.8377823408625</c:v>
                </c:pt>
                <c:pt idx="96">
                  <c:v>2019.8569472963723</c:v>
                </c:pt>
                <c:pt idx="97">
                  <c:v>2019.8761122518822</c:v>
                </c:pt>
                <c:pt idx="98">
                  <c:v>2019.8952772073922</c:v>
                </c:pt>
                <c:pt idx="99">
                  <c:v>2019.914442162902</c:v>
                </c:pt>
                <c:pt idx="100">
                  <c:v>2019.933607118412</c:v>
                </c:pt>
                <c:pt idx="101">
                  <c:v>2019.952772073922</c:v>
                </c:pt>
                <c:pt idx="102">
                  <c:v>2019.971937029432</c:v>
                </c:pt>
                <c:pt idx="103">
                  <c:v>2019.991101984942</c:v>
                </c:pt>
                <c:pt idx="104">
                  <c:v>2020.0109514031485</c:v>
                </c:pt>
                <c:pt idx="105">
                  <c:v>2020.0301163586585</c:v>
                </c:pt>
                <c:pt idx="106">
                  <c:v>2020.0492813141684</c:v>
                </c:pt>
                <c:pt idx="107">
                  <c:v>2020.0684462696784</c:v>
                </c:pt>
                <c:pt idx="108">
                  <c:v>2020.0876112251883</c:v>
                </c:pt>
                <c:pt idx="109">
                  <c:v>2020.1067761806983</c:v>
                </c:pt>
                <c:pt idx="110">
                  <c:v>2020.125941136208</c:v>
                </c:pt>
                <c:pt idx="111">
                  <c:v>2020.145106091718</c:v>
                </c:pt>
                <c:pt idx="112">
                  <c:v>2020.1642710472279</c:v>
                </c:pt>
                <c:pt idx="113">
                  <c:v>2020.1834360027378</c:v>
                </c:pt>
                <c:pt idx="114">
                  <c:v>2020.2026009582478</c:v>
                </c:pt>
                <c:pt idx="115">
                  <c:v>2020.2217659137577</c:v>
                </c:pt>
                <c:pt idx="116">
                  <c:v>2020.2409308692677</c:v>
                </c:pt>
                <c:pt idx="117">
                  <c:v>2020.2600958247776</c:v>
                </c:pt>
                <c:pt idx="118">
                  <c:v>2020.2792607802876</c:v>
                </c:pt>
                <c:pt idx="119">
                  <c:v>2020.2984257357973</c:v>
                </c:pt>
                <c:pt idx="120">
                  <c:v>2020.3175906913073</c:v>
                </c:pt>
                <c:pt idx="121">
                  <c:v>2020.3367556468172</c:v>
                </c:pt>
                <c:pt idx="122">
                  <c:v>2020.3559206023272</c:v>
                </c:pt>
                <c:pt idx="123">
                  <c:v>2020.375085557837</c:v>
                </c:pt>
                <c:pt idx="124">
                  <c:v>2020.394250513347</c:v>
                </c:pt>
                <c:pt idx="125">
                  <c:v>2020.413415468857</c:v>
                </c:pt>
                <c:pt idx="126">
                  <c:v>2020.432580424367</c:v>
                </c:pt>
                <c:pt idx="127">
                  <c:v>2020.4517453798767</c:v>
                </c:pt>
                <c:pt idx="128">
                  <c:v>2020.4709103353866</c:v>
                </c:pt>
                <c:pt idx="129">
                  <c:v>2020.4900752908966</c:v>
                </c:pt>
                <c:pt idx="130">
                  <c:v>2020.5092402464065</c:v>
                </c:pt>
                <c:pt idx="131">
                  <c:v>2020.5284052019165</c:v>
                </c:pt>
                <c:pt idx="132">
                  <c:v>2020.5475701574264</c:v>
                </c:pt>
                <c:pt idx="133">
                  <c:v>2020.5667351129364</c:v>
                </c:pt>
                <c:pt idx="134">
                  <c:v>2020.5859000684463</c:v>
                </c:pt>
                <c:pt idx="135">
                  <c:v>2020.6050650239563</c:v>
                </c:pt>
                <c:pt idx="136">
                  <c:v>2020.624229979466</c:v>
                </c:pt>
                <c:pt idx="137">
                  <c:v>2020.643394934976</c:v>
                </c:pt>
                <c:pt idx="138">
                  <c:v>2020.662559890486</c:v>
                </c:pt>
                <c:pt idx="139">
                  <c:v>2020.6817248459959</c:v>
                </c:pt>
                <c:pt idx="140">
                  <c:v>2020.7008898015058</c:v>
                </c:pt>
                <c:pt idx="141">
                  <c:v>2020.7200547570158</c:v>
                </c:pt>
                <c:pt idx="142">
                  <c:v>2020.7392197125257</c:v>
                </c:pt>
                <c:pt idx="143">
                  <c:v>2020.7583846680357</c:v>
                </c:pt>
                <c:pt idx="144">
                  <c:v>2020.7775496235456</c:v>
                </c:pt>
                <c:pt idx="145">
                  <c:v>2020.7967145790553</c:v>
                </c:pt>
                <c:pt idx="146">
                  <c:v>2020.8158795345653</c:v>
                </c:pt>
                <c:pt idx="147">
                  <c:v>2020.8350444900752</c:v>
                </c:pt>
                <c:pt idx="148">
                  <c:v>2020.8542094455852</c:v>
                </c:pt>
                <c:pt idx="149">
                  <c:v>2020.8733744010951</c:v>
                </c:pt>
                <c:pt idx="150">
                  <c:v>2020.892539356605</c:v>
                </c:pt>
                <c:pt idx="151">
                  <c:v>2020.911704312115</c:v>
                </c:pt>
                <c:pt idx="152">
                  <c:v>2020.930869267625</c:v>
                </c:pt>
                <c:pt idx="153">
                  <c:v>2020.950034223135</c:v>
                </c:pt>
                <c:pt idx="154">
                  <c:v>2020.9691991786447</c:v>
                </c:pt>
                <c:pt idx="155">
                  <c:v>2020.9883641341546</c:v>
                </c:pt>
                <c:pt idx="156">
                  <c:v>2021.0054757015744</c:v>
                </c:pt>
                <c:pt idx="157">
                  <c:v>2021.024640657084</c:v>
                </c:pt>
                <c:pt idx="158">
                  <c:v>2021.043805612594</c:v>
                </c:pt>
                <c:pt idx="159">
                  <c:v>2021.062970568104</c:v>
                </c:pt>
                <c:pt idx="160">
                  <c:v>2021.082135523614</c:v>
                </c:pt>
                <c:pt idx="161">
                  <c:v>2021.101300479124</c:v>
                </c:pt>
                <c:pt idx="162">
                  <c:v>2021.1204654346338</c:v>
                </c:pt>
                <c:pt idx="163">
                  <c:v>2021.1396303901438</c:v>
                </c:pt>
                <c:pt idx="164">
                  <c:v>2021.1587953456537</c:v>
                </c:pt>
                <c:pt idx="165">
                  <c:v>2021.1779603011637</c:v>
                </c:pt>
                <c:pt idx="166">
                  <c:v>2021.1971252566734</c:v>
                </c:pt>
                <c:pt idx="167">
                  <c:v>2021.2162902121834</c:v>
                </c:pt>
                <c:pt idx="168">
                  <c:v>2021.2354551676933</c:v>
                </c:pt>
                <c:pt idx="169">
                  <c:v>2021.2546201232033</c:v>
                </c:pt>
                <c:pt idx="170">
                  <c:v>2021.2737850787132</c:v>
                </c:pt>
                <c:pt idx="171">
                  <c:v>2021.2929500342232</c:v>
                </c:pt>
                <c:pt idx="172">
                  <c:v>2021.3121149897331</c:v>
                </c:pt>
                <c:pt idx="173">
                  <c:v>2021.331279945243</c:v>
                </c:pt>
                <c:pt idx="174">
                  <c:v>2021.350444900753</c:v>
                </c:pt>
                <c:pt idx="175">
                  <c:v>2021.3696098562627</c:v>
                </c:pt>
                <c:pt idx="176">
                  <c:v>2021.3887748117727</c:v>
                </c:pt>
                <c:pt idx="177">
                  <c:v>2021.4079397672826</c:v>
                </c:pt>
                <c:pt idx="178">
                  <c:v>2021.4271047227926</c:v>
                </c:pt>
                <c:pt idx="179">
                  <c:v>2021.4462696783025</c:v>
                </c:pt>
                <c:pt idx="180">
                  <c:v>2021.4654346338125</c:v>
                </c:pt>
                <c:pt idx="181">
                  <c:v>2021.4845995893224</c:v>
                </c:pt>
                <c:pt idx="182">
                  <c:v>2021.5037645448324</c:v>
                </c:pt>
                <c:pt idx="183">
                  <c:v>2021.5229295003423</c:v>
                </c:pt>
                <c:pt idx="184">
                  <c:v>2021.542094455852</c:v>
                </c:pt>
                <c:pt idx="185">
                  <c:v>2021.561259411362</c:v>
                </c:pt>
                <c:pt idx="186">
                  <c:v>2021.580424366872</c:v>
                </c:pt>
                <c:pt idx="187">
                  <c:v>2021.599589322382</c:v>
                </c:pt>
                <c:pt idx="188">
                  <c:v>2021.6187542778919</c:v>
                </c:pt>
                <c:pt idx="189">
                  <c:v>2021.6379192334018</c:v>
                </c:pt>
                <c:pt idx="190">
                  <c:v>2021.6570841889118</c:v>
                </c:pt>
                <c:pt idx="191">
                  <c:v>2021.6762491444217</c:v>
                </c:pt>
                <c:pt idx="192">
                  <c:v>2021.6954140999314</c:v>
                </c:pt>
                <c:pt idx="193">
                  <c:v>2021.7145790554414</c:v>
                </c:pt>
                <c:pt idx="194">
                  <c:v>2021.7337440109513</c:v>
                </c:pt>
                <c:pt idx="195">
                  <c:v>2021.7529089664613</c:v>
                </c:pt>
                <c:pt idx="196">
                  <c:v>2021.7720739219712</c:v>
                </c:pt>
                <c:pt idx="197">
                  <c:v>2021.7912388774812</c:v>
                </c:pt>
                <c:pt idx="198">
                  <c:v>2021.8104038329911</c:v>
                </c:pt>
                <c:pt idx="199">
                  <c:v>2021.829568788501</c:v>
                </c:pt>
                <c:pt idx="200">
                  <c:v>2021.848733744011</c:v>
                </c:pt>
                <c:pt idx="201">
                  <c:v>2021.8678986995208</c:v>
                </c:pt>
                <c:pt idx="202">
                  <c:v>2021.8870636550307</c:v>
                </c:pt>
                <c:pt idx="203">
                  <c:v>2021.9062286105407</c:v>
                </c:pt>
                <c:pt idx="204">
                  <c:v>2021.9253935660506</c:v>
                </c:pt>
                <c:pt idx="205">
                  <c:v>2021.9445585215606</c:v>
                </c:pt>
                <c:pt idx="206">
                  <c:v>2021.9637234770705</c:v>
                </c:pt>
                <c:pt idx="207">
                  <c:v>2021.9828884325805</c:v>
                </c:pt>
                <c:pt idx="208">
                  <c:v>2022.002737850787</c:v>
                </c:pt>
                <c:pt idx="209">
                  <c:v>2022.021902806297</c:v>
                </c:pt>
                <c:pt idx="210">
                  <c:v>2022.041067761807</c:v>
                </c:pt>
                <c:pt idx="211">
                  <c:v>2022.060232717317</c:v>
                </c:pt>
                <c:pt idx="212">
                  <c:v>2022.0793976728269</c:v>
                </c:pt>
                <c:pt idx="213">
                  <c:v>2022.0985626283368</c:v>
                </c:pt>
                <c:pt idx="214">
                  <c:v>2022.1177275838468</c:v>
                </c:pt>
                <c:pt idx="215">
                  <c:v>2022.1368925393565</c:v>
                </c:pt>
                <c:pt idx="216">
                  <c:v>2022.1560574948664</c:v>
                </c:pt>
                <c:pt idx="217">
                  <c:v>2022.1752224503764</c:v>
                </c:pt>
                <c:pt idx="218">
                  <c:v>2022.1943874058863</c:v>
                </c:pt>
                <c:pt idx="219">
                  <c:v>2022.2135523613963</c:v>
                </c:pt>
                <c:pt idx="220">
                  <c:v>2022.2327173169062</c:v>
                </c:pt>
                <c:pt idx="221">
                  <c:v>2022.2518822724162</c:v>
                </c:pt>
                <c:pt idx="222">
                  <c:v>2022.2710472279261</c:v>
                </c:pt>
                <c:pt idx="223">
                  <c:v>2022.290212183436</c:v>
                </c:pt>
                <c:pt idx="224">
                  <c:v>2022.3093771389458</c:v>
                </c:pt>
                <c:pt idx="225">
                  <c:v>2022.3285420944558</c:v>
                </c:pt>
                <c:pt idx="226">
                  <c:v>2022.3477070499657</c:v>
                </c:pt>
                <c:pt idx="227">
                  <c:v>2022.3668720054757</c:v>
                </c:pt>
                <c:pt idx="228">
                  <c:v>2022.3860369609856</c:v>
                </c:pt>
                <c:pt idx="229">
                  <c:v>2022.4052019164956</c:v>
                </c:pt>
                <c:pt idx="230">
                  <c:v>2022.4243668720055</c:v>
                </c:pt>
                <c:pt idx="231">
                  <c:v>2022.4435318275155</c:v>
                </c:pt>
                <c:pt idx="232">
                  <c:v>2022.4626967830254</c:v>
                </c:pt>
                <c:pt idx="233">
                  <c:v>2022.4818617385351</c:v>
                </c:pt>
                <c:pt idx="234">
                  <c:v>2022.501026694045</c:v>
                </c:pt>
                <c:pt idx="235">
                  <c:v>2022.520191649555</c:v>
                </c:pt>
                <c:pt idx="236">
                  <c:v>2022.539356605065</c:v>
                </c:pt>
                <c:pt idx="237">
                  <c:v>2022.558521560575</c:v>
                </c:pt>
                <c:pt idx="238">
                  <c:v>2022.577686516085</c:v>
                </c:pt>
                <c:pt idx="239">
                  <c:v>2022.5968514715948</c:v>
                </c:pt>
                <c:pt idx="240">
                  <c:v>2022.6160164271048</c:v>
                </c:pt>
                <c:pt idx="241">
                  <c:v>2022.6351813826147</c:v>
                </c:pt>
                <c:pt idx="242">
                  <c:v>2022.6543463381245</c:v>
                </c:pt>
                <c:pt idx="243">
                  <c:v>2022.6735112936344</c:v>
                </c:pt>
                <c:pt idx="244">
                  <c:v>2022.6926762491444</c:v>
                </c:pt>
                <c:pt idx="245">
                  <c:v>2022.7118412046543</c:v>
                </c:pt>
                <c:pt idx="246">
                  <c:v>2022.7310061601643</c:v>
                </c:pt>
                <c:pt idx="247">
                  <c:v>2022.7501711156742</c:v>
                </c:pt>
                <c:pt idx="248">
                  <c:v>2022.7693360711842</c:v>
                </c:pt>
                <c:pt idx="249">
                  <c:v>2022.7885010266941</c:v>
                </c:pt>
                <c:pt idx="250">
                  <c:v>2022.807665982204</c:v>
                </c:pt>
                <c:pt idx="251">
                  <c:v>2022.8268309377138</c:v>
                </c:pt>
                <c:pt idx="252">
                  <c:v>2022.8459958932237</c:v>
                </c:pt>
                <c:pt idx="253">
                  <c:v>2022.8651608487337</c:v>
                </c:pt>
                <c:pt idx="254">
                  <c:v>2022.8843258042436</c:v>
                </c:pt>
                <c:pt idx="255">
                  <c:v>2022.9034907597536</c:v>
                </c:pt>
                <c:pt idx="256">
                  <c:v>2022.9226557152635</c:v>
                </c:pt>
                <c:pt idx="257">
                  <c:v>2022.9418206707735</c:v>
                </c:pt>
                <c:pt idx="258">
                  <c:v>2022.9609856262834</c:v>
                </c:pt>
                <c:pt idx="259">
                  <c:v>2022.9801505817934</c:v>
                </c:pt>
                <c:pt idx="260">
                  <c:v>2023.0</c:v>
                </c:pt>
                <c:pt idx="261">
                  <c:v>2023.01916495551</c:v>
                </c:pt>
                <c:pt idx="262">
                  <c:v>2023.03832991102</c:v>
                </c:pt>
                <c:pt idx="263">
                  <c:v>2023.0574948665299</c:v>
                </c:pt>
                <c:pt idx="264">
                  <c:v>2023.0766598220398</c:v>
                </c:pt>
                <c:pt idx="265">
                  <c:v>2023.0958247775495</c:v>
                </c:pt>
                <c:pt idx="266">
                  <c:v>2023.1149897330595</c:v>
                </c:pt>
                <c:pt idx="267">
                  <c:v>2023.1341546885694</c:v>
                </c:pt>
                <c:pt idx="268">
                  <c:v>2023.1533196440794</c:v>
                </c:pt>
                <c:pt idx="269">
                  <c:v>2023.1724845995893</c:v>
                </c:pt>
                <c:pt idx="270">
                  <c:v>2023.1916495550993</c:v>
                </c:pt>
                <c:pt idx="271">
                  <c:v>2023.2108145106092</c:v>
                </c:pt>
                <c:pt idx="272">
                  <c:v>2023.2299794661192</c:v>
                </c:pt>
                <c:pt idx="273">
                  <c:v>2023.2491444216291</c:v>
                </c:pt>
                <c:pt idx="274">
                  <c:v>2023.2683093771388</c:v>
                </c:pt>
                <c:pt idx="275">
                  <c:v>2023.2874743326488</c:v>
                </c:pt>
                <c:pt idx="276">
                  <c:v>2023.3066392881587</c:v>
                </c:pt>
                <c:pt idx="277">
                  <c:v>2023.3258042436687</c:v>
                </c:pt>
                <c:pt idx="278">
                  <c:v>2023.3449691991786</c:v>
                </c:pt>
                <c:pt idx="279">
                  <c:v>2023.3641341546886</c:v>
                </c:pt>
                <c:pt idx="280">
                  <c:v>2023.3832991101985</c:v>
                </c:pt>
                <c:pt idx="281">
                  <c:v>2023.4024640657085</c:v>
                </c:pt>
                <c:pt idx="282">
                  <c:v>2023.4216290212185</c:v>
                </c:pt>
                <c:pt idx="283">
                  <c:v>2023.4407939767282</c:v>
                </c:pt>
                <c:pt idx="284">
                  <c:v>2023.4599589322381</c:v>
                </c:pt>
                <c:pt idx="285">
                  <c:v>2023.479123887748</c:v>
                </c:pt>
                <c:pt idx="286">
                  <c:v>2023.498288843258</c:v>
                </c:pt>
                <c:pt idx="287">
                  <c:v>2023.517453798768</c:v>
                </c:pt>
                <c:pt idx="288">
                  <c:v>2023.536618754278</c:v>
                </c:pt>
                <c:pt idx="289">
                  <c:v>2023.5557837097879</c:v>
                </c:pt>
                <c:pt idx="290">
                  <c:v>2023.5749486652978</c:v>
                </c:pt>
                <c:pt idx="291">
                  <c:v>2023.5941136208078</c:v>
                </c:pt>
                <c:pt idx="292">
                  <c:v>2023.6132785763175</c:v>
                </c:pt>
                <c:pt idx="293">
                  <c:v>2023.6324435318274</c:v>
                </c:pt>
                <c:pt idx="294">
                  <c:v>2023.6516084873374</c:v>
                </c:pt>
                <c:pt idx="295">
                  <c:v>2023.6707734428473</c:v>
                </c:pt>
                <c:pt idx="296">
                  <c:v>2023.6899383983573</c:v>
                </c:pt>
                <c:pt idx="297">
                  <c:v>2023.7091033538672</c:v>
                </c:pt>
                <c:pt idx="298">
                  <c:v>2023.7282683093772</c:v>
                </c:pt>
                <c:pt idx="299">
                  <c:v>2023.7474332648871</c:v>
                </c:pt>
                <c:pt idx="300">
                  <c:v>2023.766598220397</c:v>
                </c:pt>
                <c:pt idx="301">
                  <c:v>2023.7857631759068</c:v>
                </c:pt>
                <c:pt idx="302">
                  <c:v>2023.8049281314168</c:v>
                </c:pt>
                <c:pt idx="303">
                  <c:v>2023.8240930869267</c:v>
                </c:pt>
                <c:pt idx="304">
                  <c:v>2023.8432580424367</c:v>
                </c:pt>
                <c:pt idx="305">
                  <c:v>2023.8624229979466</c:v>
                </c:pt>
                <c:pt idx="306">
                  <c:v>2023.8815879534566</c:v>
                </c:pt>
                <c:pt idx="307">
                  <c:v>2023.9007529089665</c:v>
                </c:pt>
                <c:pt idx="308">
                  <c:v>2023.9199178644765</c:v>
                </c:pt>
                <c:pt idx="309">
                  <c:v>2023.9390828199862</c:v>
                </c:pt>
                <c:pt idx="310">
                  <c:v>2023.9582477754961</c:v>
                </c:pt>
                <c:pt idx="311">
                  <c:v>2023.977412731006</c:v>
                </c:pt>
                <c:pt idx="312">
                  <c:v>2023.996577686516</c:v>
                </c:pt>
                <c:pt idx="313">
                  <c:v>2024.0164271047229</c:v>
                </c:pt>
                <c:pt idx="314">
                  <c:v>2024.0355920602328</c:v>
                </c:pt>
                <c:pt idx="315">
                  <c:v>2024.0547570157426</c:v>
                </c:pt>
                <c:pt idx="316">
                  <c:v>2024.0739219712525</c:v>
                </c:pt>
                <c:pt idx="317">
                  <c:v>2024.0930869267625</c:v>
                </c:pt>
                <c:pt idx="318">
                  <c:v>2024.1122518822724</c:v>
                </c:pt>
                <c:pt idx="319">
                  <c:v>2024.1314168377824</c:v>
                </c:pt>
                <c:pt idx="320">
                  <c:v>2024.1505817932923</c:v>
                </c:pt>
                <c:pt idx="321">
                  <c:v>2024.1697467488023</c:v>
                </c:pt>
                <c:pt idx="322">
                  <c:v>2024.1889117043122</c:v>
                </c:pt>
                <c:pt idx="323">
                  <c:v>2024.208076659822</c:v>
                </c:pt>
                <c:pt idx="324">
                  <c:v>2024.2272416153319</c:v>
                </c:pt>
                <c:pt idx="325">
                  <c:v>2024.2464065708418</c:v>
                </c:pt>
                <c:pt idx="326">
                  <c:v>2024.2655715263518</c:v>
                </c:pt>
                <c:pt idx="327">
                  <c:v>2024.2847364818617</c:v>
                </c:pt>
                <c:pt idx="328">
                  <c:v>2024.3039014373717</c:v>
                </c:pt>
                <c:pt idx="329">
                  <c:v>2024.3230663928816</c:v>
                </c:pt>
                <c:pt idx="330">
                  <c:v>2024.3422313483916</c:v>
                </c:pt>
                <c:pt idx="331">
                  <c:v>2024.3613963039015</c:v>
                </c:pt>
                <c:pt idx="332">
                  <c:v>2024.3805612594113</c:v>
                </c:pt>
                <c:pt idx="333">
                  <c:v>2024.3997262149212</c:v>
                </c:pt>
                <c:pt idx="334">
                  <c:v>2024.4188911704312</c:v>
                </c:pt>
                <c:pt idx="335">
                  <c:v>2024.438056125941</c:v>
                </c:pt>
                <c:pt idx="336">
                  <c:v>2024.457221081451</c:v>
                </c:pt>
                <c:pt idx="337">
                  <c:v>2024.476386036961</c:v>
                </c:pt>
                <c:pt idx="338">
                  <c:v>2024.495550992471</c:v>
                </c:pt>
                <c:pt idx="339">
                  <c:v>2024.514715947981</c:v>
                </c:pt>
                <c:pt idx="340">
                  <c:v>2024.5338809034909</c:v>
                </c:pt>
                <c:pt idx="341">
                  <c:v>2024.5530458590006</c:v>
                </c:pt>
                <c:pt idx="342">
                  <c:v>2024.5722108145105</c:v>
                </c:pt>
                <c:pt idx="343">
                  <c:v>2024.5913757700205</c:v>
                </c:pt>
                <c:pt idx="344">
                  <c:v>2024.6105407255304</c:v>
                </c:pt>
                <c:pt idx="345">
                  <c:v>2024.6297056810404</c:v>
                </c:pt>
                <c:pt idx="346">
                  <c:v>2024.6488706365503</c:v>
                </c:pt>
                <c:pt idx="347">
                  <c:v>2024.6680355920603</c:v>
                </c:pt>
                <c:pt idx="348">
                  <c:v>2024.6872005475702</c:v>
                </c:pt>
                <c:pt idx="349">
                  <c:v>2024.7063655030802</c:v>
                </c:pt>
                <c:pt idx="350">
                  <c:v>2024.72553045859</c:v>
                </c:pt>
                <c:pt idx="351">
                  <c:v>2024.7446954140999</c:v>
                </c:pt>
                <c:pt idx="352">
                  <c:v>2024.7638603696098</c:v>
                </c:pt>
                <c:pt idx="353">
                  <c:v>2024.7830253251198</c:v>
                </c:pt>
                <c:pt idx="354">
                  <c:v>2024.8021902806297</c:v>
                </c:pt>
                <c:pt idx="355">
                  <c:v>2024.8213552361397</c:v>
                </c:pt>
                <c:pt idx="356">
                  <c:v>2024.8405201916496</c:v>
                </c:pt>
                <c:pt idx="357">
                  <c:v>2024.8596851471596</c:v>
                </c:pt>
                <c:pt idx="358">
                  <c:v>2024.8788501026695</c:v>
                </c:pt>
                <c:pt idx="359">
                  <c:v>2024.8980150581792</c:v>
                </c:pt>
                <c:pt idx="360">
                  <c:v>2024.9171800136892</c:v>
                </c:pt>
                <c:pt idx="361">
                  <c:v>2024.9363449691991</c:v>
                </c:pt>
                <c:pt idx="362">
                  <c:v>2024.955509924709</c:v>
                </c:pt>
                <c:pt idx="363">
                  <c:v>2024.974674880219</c:v>
                </c:pt>
                <c:pt idx="364">
                  <c:v>2024.993839835729</c:v>
                </c:pt>
                <c:pt idx="365">
                  <c:v>2025.0109514031485</c:v>
                </c:pt>
                <c:pt idx="366">
                  <c:v>2025.0301163586585</c:v>
                </c:pt>
                <c:pt idx="367">
                  <c:v>2025.0492813141684</c:v>
                </c:pt>
                <c:pt idx="368">
                  <c:v>2025.0684462696784</c:v>
                </c:pt>
                <c:pt idx="369">
                  <c:v>2025.0876112251883</c:v>
                </c:pt>
                <c:pt idx="370">
                  <c:v>2025.1067761806983</c:v>
                </c:pt>
                <c:pt idx="371">
                  <c:v>2025.125941136208</c:v>
                </c:pt>
                <c:pt idx="372">
                  <c:v>2025.145106091718</c:v>
                </c:pt>
                <c:pt idx="373">
                  <c:v>2025.1642710472279</c:v>
                </c:pt>
                <c:pt idx="374">
                  <c:v>2025.1834360027378</c:v>
                </c:pt>
                <c:pt idx="375">
                  <c:v>2025.2026009582478</c:v>
                </c:pt>
                <c:pt idx="376">
                  <c:v>2025.2217659137577</c:v>
                </c:pt>
                <c:pt idx="377">
                  <c:v>2025.2409308692677</c:v>
                </c:pt>
                <c:pt idx="378">
                  <c:v>2025.2600958247776</c:v>
                </c:pt>
                <c:pt idx="379">
                  <c:v>2025.2792607802876</c:v>
                </c:pt>
                <c:pt idx="380">
                  <c:v>2025.2984257357973</c:v>
                </c:pt>
                <c:pt idx="381">
                  <c:v>2025.3175906913073</c:v>
                </c:pt>
                <c:pt idx="382">
                  <c:v>2025.3367556468172</c:v>
                </c:pt>
                <c:pt idx="383">
                  <c:v>2025.3559206023272</c:v>
                </c:pt>
                <c:pt idx="384">
                  <c:v>2025.375085557837</c:v>
                </c:pt>
                <c:pt idx="385">
                  <c:v>2025.394250513347</c:v>
                </c:pt>
                <c:pt idx="386">
                  <c:v>2025.413415468857</c:v>
                </c:pt>
                <c:pt idx="387">
                  <c:v>2025.432580424367</c:v>
                </c:pt>
                <c:pt idx="388">
                  <c:v>2025.4517453798767</c:v>
                </c:pt>
                <c:pt idx="389">
                  <c:v>2025.4709103353866</c:v>
                </c:pt>
                <c:pt idx="390">
                  <c:v>2025.4900752908966</c:v>
                </c:pt>
                <c:pt idx="391">
                  <c:v>2025.5092402464065</c:v>
                </c:pt>
                <c:pt idx="392">
                  <c:v>2025.5284052019165</c:v>
                </c:pt>
                <c:pt idx="393">
                  <c:v>2025.5475701574264</c:v>
                </c:pt>
                <c:pt idx="394">
                  <c:v>2025.5667351129364</c:v>
                </c:pt>
                <c:pt idx="395">
                  <c:v>2025.5859000684463</c:v>
                </c:pt>
                <c:pt idx="396">
                  <c:v>2025.6050650239563</c:v>
                </c:pt>
                <c:pt idx="397">
                  <c:v>2025.624229979466</c:v>
                </c:pt>
                <c:pt idx="398">
                  <c:v>2025.643394934976</c:v>
                </c:pt>
                <c:pt idx="399">
                  <c:v>2025.662559890486</c:v>
                </c:pt>
                <c:pt idx="400">
                  <c:v>2025.6817248459959</c:v>
                </c:pt>
                <c:pt idx="401">
                  <c:v>2025.7008898015058</c:v>
                </c:pt>
                <c:pt idx="402">
                  <c:v>2025.7200547570158</c:v>
                </c:pt>
                <c:pt idx="403">
                  <c:v>2025.7392197125257</c:v>
                </c:pt>
                <c:pt idx="404">
                  <c:v>2025.7583846680357</c:v>
                </c:pt>
                <c:pt idx="405">
                  <c:v>2025.7775496235456</c:v>
                </c:pt>
                <c:pt idx="406">
                  <c:v>2025.7967145790553</c:v>
                </c:pt>
                <c:pt idx="407">
                  <c:v>2025.8158795345653</c:v>
                </c:pt>
                <c:pt idx="408">
                  <c:v>2025.8350444900752</c:v>
                </c:pt>
                <c:pt idx="409">
                  <c:v>2025.8542094455852</c:v>
                </c:pt>
                <c:pt idx="410">
                  <c:v>2025.8733744010951</c:v>
                </c:pt>
                <c:pt idx="411">
                  <c:v>2025.892539356605</c:v>
                </c:pt>
                <c:pt idx="412">
                  <c:v>2025.911704312115</c:v>
                </c:pt>
                <c:pt idx="413">
                  <c:v>2025.930869267625</c:v>
                </c:pt>
                <c:pt idx="414">
                  <c:v>2025.950034223135</c:v>
                </c:pt>
                <c:pt idx="415">
                  <c:v>2025.9691991786447</c:v>
                </c:pt>
                <c:pt idx="416">
                  <c:v>2025.9883641341546</c:v>
                </c:pt>
                <c:pt idx="417">
                  <c:v>2026.0082135523614</c:v>
                </c:pt>
                <c:pt idx="418">
                  <c:v>2026.0273785078714</c:v>
                </c:pt>
                <c:pt idx="419">
                  <c:v>2026.0465434633813</c:v>
                </c:pt>
                <c:pt idx="420">
                  <c:v>2026.065708418891</c:v>
                </c:pt>
                <c:pt idx="421">
                  <c:v>2026.084873374401</c:v>
                </c:pt>
                <c:pt idx="422">
                  <c:v>2026.104038329911</c:v>
                </c:pt>
                <c:pt idx="423">
                  <c:v>2026.123203285421</c:v>
                </c:pt>
                <c:pt idx="424">
                  <c:v>2026.1423682409309</c:v>
                </c:pt>
                <c:pt idx="425">
                  <c:v>2026.1615331964408</c:v>
                </c:pt>
                <c:pt idx="426">
                  <c:v>2026.1806981519508</c:v>
                </c:pt>
                <c:pt idx="427">
                  <c:v>2026.1998631074607</c:v>
                </c:pt>
                <c:pt idx="428">
                  <c:v>2026.2190280629707</c:v>
                </c:pt>
                <c:pt idx="429">
                  <c:v>2026.2381930184804</c:v>
                </c:pt>
                <c:pt idx="430">
                  <c:v>2026.2573579739903</c:v>
                </c:pt>
                <c:pt idx="431">
                  <c:v>2026.2765229295003</c:v>
                </c:pt>
                <c:pt idx="432">
                  <c:v>2026.2956878850102</c:v>
                </c:pt>
                <c:pt idx="433">
                  <c:v>2026.3148528405202</c:v>
                </c:pt>
                <c:pt idx="434">
                  <c:v>2026.3340177960301</c:v>
                </c:pt>
                <c:pt idx="435">
                  <c:v>2026.35318275154</c:v>
                </c:pt>
                <c:pt idx="436">
                  <c:v>2026.37234770705</c:v>
                </c:pt>
                <c:pt idx="437">
                  <c:v>2026.39151266256</c:v>
                </c:pt>
                <c:pt idx="438">
                  <c:v>2026.4106776180697</c:v>
                </c:pt>
                <c:pt idx="439">
                  <c:v>2026.4298425735797</c:v>
                </c:pt>
                <c:pt idx="440">
                  <c:v>2026.4490075290896</c:v>
                </c:pt>
                <c:pt idx="441">
                  <c:v>2026.4681724845996</c:v>
                </c:pt>
                <c:pt idx="442">
                  <c:v>2026.4873374401095</c:v>
                </c:pt>
                <c:pt idx="443">
                  <c:v>2026.5065023956195</c:v>
                </c:pt>
                <c:pt idx="444">
                  <c:v>2026.5256673511294</c:v>
                </c:pt>
                <c:pt idx="445">
                  <c:v>2026.5448323066394</c:v>
                </c:pt>
                <c:pt idx="446">
                  <c:v>2026.5639972621493</c:v>
                </c:pt>
                <c:pt idx="447">
                  <c:v>2026.583162217659</c:v>
                </c:pt>
                <c:pt idx="448">
                  <c:v>2026.602327173169</c:v>
                </c:pt>
                <c:pt idx="449">
                  <c:v>2026.621492128679</c:v>
                </c:pt>
                <c:pt idx="450">
                  <c:v>2026.640657084189</c:v>
                </c:pt>
                <c:pt idx="451">
                  <c:v>2026.6598220396988</c:v>
                </c:pt>
                <c:pt idx="452">
                  <c:v>2026.6789869952088</c:v>
                </c:pt>
                <c:pt idx="453">
                  <c:v>2026.6981519507187</c:v>
                </c:pt>
                <c:pt idx="454">
                  <c:v>2026.7173169062287</c:v>
                </c:pt>
                <c:pt idx="455">
                  <c:v>2026.7364818617386</c:v>
                </c:pt>
                <c:pt idx="456">
                  <c:v>2026.7556468172484</c:v>
                </c:pt>
              </c:numCache>
            </c:numRef>
          </c:xVal>
          <c:yVal>
            <c:numRef>
              <c:f>Sheet1!$B$920:$B$1376</c:f>
              <c:numCache>
                <c:formatCode>General</c:formatCode>
                <c:ptCount val="457"/>
                <c:pt idx="0">
                  <c:v>99897.0</c:v>
                </c:pt>
                <c:pt idx="1">
                  <c:v>117358.0</c:v>
                </c:pt>
                <c:pt idx="2">
                  <c:v>162056.0</c:v>
                </c:pt>
                <c:pt idx="3">
                  <c:v>164639.0</c:v>
                </c:pt>
                <c:pt idx="4">
                  <c:v>212781.0</c:v>
                </c:pt>
                <c:pt idx="5">
                  <c:v>248760.0</c:v>
                </c:pt>
                <c:pt idx="6">
                  <c:v>251208.0</c:v>
                </c:pt>
                <c:pt idx="7">
                  <c:v>262087.0</c:v>
                </c:pt>
                <c:pt idx="8">
                  <c:v>269483.0</c:v>
                </c:pt>
                <c:pt idx="9">
                  <c:v>262359.0</c:v>
                </c:pt>
                <c:pt idx="10">
                  <c:v>258193.0</c:v>
                </c:pt>
                <c:pt idx="11">
                  <c:v>259604.0</c:v>
                </c:pt>
                <c:pt idx="12">
                  <c:v>274742.0</c:v>
                </c:pt>
                <c:pt idx="13">
                  <c:v>274742.0</c:v>
                </c:pt>
                <c:pt idx="14">
                  <c:v>274842.0</c:v>
                </c:pt>
                <c:pt idx="15">
                  <c:v>277504.0</c:v>
                </c:pt>
                <c:pt idx="16">
                  <c:v>281845.0</c:v>
                </c:pt>
                <c:pt idx="17">
                  <c:v>285300.0</c:v>
                </c:pt>
                <c:pt idx="18">
                  <c:v>267574.0</c:v>
                </c:pt>
                <c:pt idx="19">
                  <c:v>266771.0</c:v>
                </c:pt>
                <c:pt idx="20">
                  <c:v>266771.0</c:v>
                </c:pt>
                <c:pt idx="21">
                  <c:v>266771.0</c:v>
                </c:pt>
                <c:pt idx="22">
                  <c:v>268662.0</c:v>
                </c:pt>
                <c:pt idx="23">
                  <c:v>268662.0</c:v>
                </c:pt>
                <c:pt idx="24">
                  <c:v>268123.0</c:v>
                </c:pt>
                <c:pt idx="25">
                  <c:v>264229.0</c:v>
                </c:pt>
                <c:pt idx="26">
                  <c:v>264229.0</c:v>
                </c:pt>
                <c:pt idx="27">
                  <c:v>264229.0</c:v>
                </c:pt>
                <c:pt idx="28">
                  <c:v>263938.0</c:v>
                </c:pt>
                <c:pt idx="29">
                  <c:v>277024.0</c:v>
                </c:pt>
                <c:pt idx="30">
                  <c:v>260926.0</c:v>
                </c:pt>
                <c:pt idx="31">
                  <c:v>260926.0</c:v>
                </c:pt>
                <c:pt idx="32">
                  <c:v>260926.0</c:v>
                </c:pt>
                <c:pt idx="33">
                  <c:v>260926.0</c:v>
                </c:pt>
                <c:pt idx="34">
                  <c:v>264940.0</c:v>
                </c:pt>
                <c:pt idx="35">
                  <c:v>252384.0</c:v>
                </c:pt>
                <c:pt idx="36">
                  <c:v>252384.0</c:v>
                </c:pt>
                <c:pt idx="37">
                  <c:v>252384.0</c:v>
                </c:pt>
                <c:pt idx="38">
                  <c:v>252384.0</c:v>
                </c:pt>
                <c:pt idx="39">
                  <c:v>252384.0</c:v>
                </c:pt>
                <c:pt idx="40">
                  <c:v>250422.0</c:v>
                </c:pt>
                <c:pt idx="41">
                  <c:v>265143.0</c:v>
                </c:pt>
                <c:pt idx="42">
                  <c:v>264236.0</c:v>
                </c:pt>
                <c:pt idx="43">
                  <c:v>264236.0</c:v>
                </c:pt>
                <c:pt idx="44">
                  <c:v>264236.0</c:v>
                </c:pt>
                <c:pt idx="45">
                  <c:v>265075.0</c:v>
                </c:pt>
                <c:pt idx="46">
                  <c:v>261841.0</c:v>
                </c:pt>
                <c:pt idx="47">
                  <c:v>277336.0</c:v>
                </c:pt>
                <c:pt idx="48">
                  <c:v>279836.0</c:v>
                </c:pt>
                <c:pt idx="49">
                  <c:v>279836.0</c:v>
                </c:pt>
                <c:pt idx="50">
                  <c:v>276142.0</c:v>
                </c:pt>
                <c:pt idx="51">
                  <c:v>281380.0</c:v>
                </c:pt>
                <c:pt idx="52">
                  <c:v>281380.0</c:v>
                </c:pt>
                <c:pt idx="53">
                  <c:v>281380.0</c:v>
                </c:pt>
                <c:pt idx="54">
                  <c:v>281380.0</c:v>
                </c:pt>
                <c:pt idx="55">
                  <c:v>281380.0</c:v>
                </c:pt>
                <c:pt idx="56">
                  <c:v>281380.0</c:v>
                </c:pt>
                <c:pt idx="57">
                  <c:v>281380.0</c:v>
                </c:pt>
                <c:pt idx="58">
                  <c:v>282819.0</c:v>
                </c:pt>
                <c:pt idx="59">
                  <c:v>283259.0</c:v>
                </c:pt>
                <c:pt idx="60">
                  <c:v>284352.0</c:v>
                </c:pt>
                <c:pt idx="61">
                  <c:v>286209.0</c:v>
                </c:pt>
                <c:pt idx="62">
                  <c:v>287305.0</c:v>
                </c:pt>
                <c:pt idx="63">
                  <c:v>285713.0</c:v>
                </c:pt>
                <c:pt idx="64">
                  <c:v>288914.0</c:v>
                </c:pt>
                <c:pt idx="65">
                  <c:v>322328.0</c:v>
                </c:pt>
                <c:pt idx="66">
                  <c:v>321468.0</c:v>
                </c:pt>
                <c:pt idx="67">
                  <c:v>326315.0</c:v>
                </c:pt>
                <c:pt idx="68">
                  <c:v>327870.0</c:v>
                </c:pt>
                <c:pt idx="69">
                  <c:v>346625.0</c:v>
                </c:pt>
                <c:pt idx="70">
                  <c:v>393744.0</c:v>
                </c:pt>
                <c:pt idx="71">
                  <c:v>422425.0</c:v>
                </c:pt>
                <c:pt idx="72">
                  <c:v>436217.0</c:v>
                </c:pt>
                <c:pt idx="73">
                  <c:v>434766.0</c:v>
                </c:pt>
                <c:pt idx="74">
                  <c:v>421947.0</c:v>
                </c:pt>
                <c:pt idx="75">
                  <c:v>445436.0</c:v>
                </c:pt>
                <c:pt idx="76">
                  <c:v>471295.0</c:v>
                </c:pt>
                <c:pt idx="77">
                  <c:v>476110.0</c:v>
                </c:pt>
                <c:pt idx="78">
                  <c:v>485055.0</c:v>
                </c:pt>
                <c:pt idx="79">
                  <c:v>480166.0</c:v>
                </c:pt>
                <c:pt idx="80">
                  <c:v>496949.0</c:v>
                </c:pt>
                <c:pt idx="81">
                  <c:v>495610.0</c:v>
                </c:pt>
                <c:pt idx="82">
                  <c:v>495610.0</c:v>
                </c:pt>
                <c:pt idx="83">
                  <c:v>501931.0</c:v>
                </c:pt>
                <c:pt idx="84">
                  <c:v>492703.0</c:v>
                </c:pt>
                <c:pt idx="85">
                  <c:v>510636.0</c:v>
                </c:pt>
                <c:pt idx="86">
                  <c:v>510636.0</c:v>
                </c:pt>
                <c:pt idx="87">
                  <c:v>510636.0</c:v>
                </c:pt>
                <c:pt idx="88">
                  <c:v>510636.0</c:v>
                </c:pt>
                <c:pt idx="89">
                  <c:v>510636.0</c:v>
                </c:pt>
                <c:pt idx="90">
                  <c:v>526949.0</c:v>
                </c:pt>
                <c:pt idx="91">
                  <c:v>526949.0</c:v>
                </c:pt>
                <c:pt idx="92">
                  <c:v>526949.0</c:v>
                </c:pt>
                <c:pt idx="93">
                  <c:v>526949.0</c:v>
                </c:pt>
                <c:pt idx="94">
                  <c:v>518037.0</c:v>
                </c:pt>
                <c:pt idx="95">
                  <c:v>516100.0</c:v>
                </c:pt>
                <c:pt idx="96">
                  <c:v>502409.0</c:v>
                </c:pt>
                <c:pt idx="97">
                  <c:v>494536.0</c:v>
                </c:pt>
                <c:pt idx="98">
                  <c:v>487057.0</c:v>
                </c:pt>
                <c:pt idx="99">
                  <c:v>481800.0</c:v>
                </c:pt>
                <c:pt idx="100">
                  <c:v>481800.0</c:v>
                </c:pt>
                <c:pt idx="101">
                  <c:v>481800.0</c:v>
                </c:pt>
                <c:pt idx="102">
                  <c:v>493636.0</c:v>
                </c:pt>
                <c:pt idx="103">
                  <c:v>493636.0</c:v>
                </c:pt>
                <c:pt idx="104">
                  <c:v>493636.0</c:v>
                </c:pt>
                <c:pt idx="105">
                  <c:v>502396.0</c:v>
                </c:pt>
                <c:pt idx="106">
                  <c:v>514098.0</c:v>
                </c:pt>
                <c:pt idx="107">
                  <c:v>512135.0</c:v>
                </c:pt>
                <c:pt idx="108">
                  <c:v>541002.0</c:v>
                </c:pt>
                <c:pt idx="109">
                  <c:v>575043.0</c:v>
                </c:pt>
                <c:pt idx="110">
                  <c:v>568207.0</c:v>
                </c:pt>
                <c:pt idx="111">
                  <c:v>568590.0</c:v>
                </c:pt>
                <c:pt idx="112">
                  <c:v>556454.0</c:v>
                </c:pt>
                <c:pt idx="113">
                  <c:v>556454.0</c:v>
                </c:pt>
                <c:pt idx="114">
                  <c:v>629193.0</c:v>
                </c:pt>
                <c:pt idx="115">
                  <c:v>616405.0</c:v>
                </c:pt>
                <c:pt idx="116">
                  <c:v>636811.0</c:v>
                </c:pt>
                <c:pt idx="117">
                  <c:v>673015.0</c:v>
                </c:pt>
                <c:pt idx="118">
                  <c:v>664065.0</c:v>
                </c:pt>
                <c:pt idx="119">
                  <c:v>664965.0</c:v>
                </c:pt>
                <c:pt idx="120">
                  <c:v>685138.0</c:v>
                </c:pt>
                <c:pt idx="121">
                  <c:v>781618.0</c:v>
                </c:pt>
                <c:pt idx="122">
                  <c:v>779585.0</c:v>
                </c:pt>
                <c:pt idx="123">
                  <c:v>823144.0</c:v>
                </c:pt>
                <c:pt idx="124">
                  <c:v>790143.0</c:v>
                </c:pt>
                <c:pt idx="125">
                  <c:v>815174.0</c:v>
                </c:pt>
                <c:pt idx="126">
                  <c:v>826164.0</c:v>
                </c:pt>
                <c:pt idx="127">
                  <c:v>812280.0</c:v>
                </c:pt>
                <c:pt idx="128">
                  <c:v>810654.0</c:v>
                </c:pt>
                <c:pt idx="129">
                  <c:v>799955.0</c:v>
                </c:pt>
                <c:pt idx="130">
                  <c:v>797197.0</c:v>
                </c:pt>
                <c:pt idx="131">
                  <c:v>797345.0</c:v>
                </c:pt>
                <c:pt idx="132">
                  <c:v>797345.0</c:v>
                </c:pt>
                <c:pt idx="133">
                  <c:v>823710.0</c:v>
                </c:pt>
                <c:pt idx="134">
                  <c:v>896280.0</c:v>
                </c:pt>
                <c:pt idx="135">
                  <c:v>911029.0</c:v>
                </c:pt>
                <c:pt idx="136">
                  <c:v>922492.0</c:v>
                </c:pt>
                <c:pt idx="137">
                  <c:v>909352.0</c:v>
                </c:pt>
                <c:pt idx="138">
                  <c:v>903384.0</c:v>
                </c:pt>
                <c:pt idx="139">
                  <c:v>873808.0</c:v>
                </c:pt>
                <c:pt idx="140">
                  <c:v>876093.0</c:v>
                </c:pt>
                <c:pt idx="141">
                  <c:v>876093.0</c:v>
                </c:pt>
                <c:pt idx="142">
                  <c:v>876093.0</c:v>
                </c:pt>
                <c:pt idx="143">
                  <c:v>876093.0</c:v>
                </c:pt>
                <c:pt idx="144">
                  <c:v>882120.0</c:v>
                </c:pt>
                <c:pt idx="145">
                  <c:v>889405.0</c:v>
                </c:pt>
                <c:pt idx="146">
                  <c:v>972280.0</c:v>
                </c:pt>
                <c:pt idx="147">
                  <c:v>991669.0</c:v>
                </c:pt>
                <c:pt idx="148">
                  <c:v>1045494.0</c:v>
                </c:pt>
                <c:pt idx="149">
                  <c:v>1060631.0</c:v>
                </c:pt>
                <c:pt idx="150">
                  <c:v>1137820.0</c:v>
                </c:pt>
                <c:pt idx="151">
                  <c:v>1167441.0</c:v>
                </c:pt>
                <c:pt idx="152">
                  <c:v>1229813.0</c:v>
                </c:pt>
                <c:pt idx="153">
                  <c:v>1226278.0</c:v>
                </c:pt>
                <c:pt idx="154">
                  <c:v>1308337.0</c:v>
                </c:pt>
                <c:pt idx="155">
                  <c:v>1368459.0</c:v>
                </c:pt>
                <c:pt idx="156">
                  <c:v>1476976.0</c:v>
                </c:pt>
                <c:pt idx="157">
                  <c:v>1666767.0</c:v>
                </c:pt>
                <c:pt idx="158">
                  <c:v>1703972.0</c:v>
                </c:pt>
                <c:pt idx="159">
                  <c:v>1705733.0</c:v>
                </c:pt>
                <c:pt idx="160">
                  <c:v>1674309.0</c:v>
                </c:pt>
                <c:pt idx="161">
                  <c:v>1707901.0</c:v>
                </c:pt>
                <c:pt idx="162">
                  <c:v>1765523.0</c:v>
                </c:pt>
                <c:pt idx="163">
                  <c:v>1855470.0</c:v>
                </c:pt>
                <c:pt idx="164">
                  <c:v>1871778.0</c:v>
                </c:pt>
                <c:pt idx="165">
                  <c:v>1926409.0</c:v>
                </c:pt>
                <c:pt idx="166">
                  <c:v>1954515.0</c:v>
                </c:pt>
                <c:pt idx="167">
                  <c:v>1934694.0</c:v>
                </c:pt>
                <c:pt idx="168">
                  <c:v>1918170.0</c:v>
                </c:pt>
                <c:pt idx="169">
                  <c:v>1945529.0</c:v>
                </c:pt>
                <c:pt idx="170">
                  <c:v>1965847.0</c:v>
                </c:pt>
                <c:pt idx="171">
                  <c:v>1920691.0</c:v>
                </c:pt>
                <c:pt idx="172">
                  <c:v>1838762.0</c:v>
                </c:pt>
                <c:pt idx="173">
                  <c:v>1945385.0</c:v>
                </c:pt>
                <c:pt idx="174">
                  <c:v>1947169.0</c:v>
                </c:pt>
                <c:pt idx="175">
                  <c:v>1912560.0</c:v>
                </c:pt>
                <c:pt idx="176">
                  <c:v>1857730.0</c:v>
                </c:pt>
                <c:pt idx="177">
                  <c:v>1943213.0</c:v>
                </c:pt>
                <c:pt idx="178">
                  <c:v>1943213.0</c:v>
                </c:pt>
                <c:pt idx="179">
                  <c:v>1938259.0</c:v>
                </c:pt>
                <c:pt idx="180">
                  <c:v>1938259.0</c:v>
                </c:pt>
                <c:pt idx="181">
                  <c:v>1982146.0</c:v>
                </c:pt>
                <c:pt idx="182">
                  <c:v>1999272.0</c:v>
                </c:pt>
                <c:pt idx="183">
                  <c:v>1999272.0</c:v>
                </c:pt>
                <c:pt idx="184">
                  <c:v>1999272.0</c:v>
                </c:pt>
                <c:pt idx="185">
                  <c:v>1999272.0</c:v>
                </c:pt>
                <c:pt idx="186">
                  <c:v>2023558.0</c:v>
                </c:pt>
                <c:pt idx="187">
                  <c:v>2098204.0</c:v>
                </c:pt>
                <c:pt idx="188">
                  <c:v>2158305.0</c:v>
                </c:pt>
                <c:pt idx="189">
                  <c:v>2201128.0</c:v>
                </c:pt>
                <c:pt idx="190">
                  <c:v>2192217.0</c:v>
                </c:pt>
                <c:pt idx="191">
                  <c:v>2248719.0</c:v>
                </c:pt>
                <c:pt idx="192">
                  <c:v>2126939.0</c:v>
                </c:pt>
                <c:pt idx="193">
                  <c:v>2146147.0</c:v>
                </c:pt>
                <c:pt idx="194">
                  <c:v>2141351.0</c:v>
                </c:pt>
                <c:pt idx="195">
                  <c:v>2141351.0</c:v>
                </c:pt>
                <c:pt idx="196">
                  <c:v>2223628.0</c:v>
                </c:pt>
                <c:pt idx="197">
                  <c:v>2347896.0</c:v>
                </c:pt>
                <c:pt idx="198">
                  <c:v>2335665.0</c:v>
                </c:pt>
                <c:pt idx="199">
                  <c:v>2315473.0</c:v>
                </c:pt>
                <c:pt idx="200">
                  <c:v>2329777.0</c:v>
                </c:pt>
                <c:pt idx="201">
                  <c:v>2324668.0</c:v>
                </c:pt>
                <c:pt idx="202">
                  <c:v>2273914.0</c:v>
                </c:pt>
                <c:pt idx="203">
                  <c:v>2278916.0</c:v>
                </c:pt>
                <c:pt idx="204">
                  <c:v>2279918.0</c:v>
                </c:pt>
                <c:pt idx="205">
                  <c:v>2233613.0</c:v>
                </c:pt>
                <c:pt idx="206">
                  <c:v>2233613.0</c:v>
                </c:pt>
                <c:pt idx="207">
                  <c:v>2233613.0</c:v>
                </c:pt>
                <c:pt idx="208">
                  <c:v>2233613.0</c:v>
                </c:pt>
                <c:pt idx="209">
                  <c:v>2256010.0</c:v>
                </c:pt>
                <c:pt idx="210">
                  <c:v>2256010.0</c:v>
                </c:pt>
                <c:pt idx="211">
                  <c:v>2296357.0</c:v>
                </c:pt>
                <c:pt idx="212">
                  <c:v>2210164.0</c:v>
                </c:pt>
                <c:pt idx="213">
                  <c:v>2192007.0</c:v>
                </c:pt>
                <c:pt idx="214">
                  <c:v>2174758.0</c:v>
                </c:pt>
                <c:pt idx="215">
                  <c:v>2147186.0</c:v>
                </c:pt>
                <c:pt idx="216">
                  <c:v>2178904.0</c:v>
                </c:pt>
                <c:pt idx="217">
                  <c:v>2117983.0</c:v>
                </c:pt>
                <c:pt idx="218">
                  <c:v>2108555.0</c:v>
                </c:pt>
                <c:pt idx="219">
                  <c:v>2103509.0</c:v>
                </c:pt>
                <c:pt idx="220">
                  <c:v>2216348.0</c:v>
                </c:pt>
                <c:pt idx="221">
                  <c:v>2206876.0</c:v>
                </c:pt>
                <c:pt idx="222">
                  <c:v>2107937.0</c:v>
                </c:pt>
                <c:pt idx="223">
                  <c:v>2102353.0</c:v>
                </c:pt>
                <c:pt idx="224">
                  <c:v>2102353.0</c:v>
                </c:pt>
                <c:pt idx="225">
                  <c:v>2102353.0</c:v>
                </c:pt>
                <c:pt idx="226">
                  <c:v>2118676.0</c:v>
                </c:pt>
                <c:pt idx="227">
                  <c:v>2381988.0</c:v>
                </c:pt>
                <c:pt idx="228">
                  <c:v>2381988.0</c:v>
                </c:pt>
                <c:pt idx="229">
                  <c:v>2381988.0</c:v>
                </c:pt>
                <c:pt idx="230">
                  <c:v>2381988.0</c:v>
                </c:pt>
                <c:pt idx="231">
                  <c:v>2381988.0</c:v>
                </c:pt>
                <c:pt idx="232">
                  <c:v>2746690.0</c:v>
                </c:pt>
                <c:pt idx="233">
                  <c:v>2746690.0</c:v>
                </c:pt>
                <c:pt idx="234">
                  <c:v>2815699.0</c:v>
                </c:pt>
                <c:pt idx="235">
                  <c:v>2815699.0</c:v>
                </c:pt>
                <c:pt idx="236">
                  <c:v>2815699.0</c:v>
                </c:pt>
                <c:pt idx="237">
                  <c:v>2790445.0</c:v>
                </c:pt>
                <c:pt idx="238">
                  <c:v>2835417.0</c:v>
                </c:pt>
                <c:pt idx="239">
                  <c:v>2829160.0</c:v>
                </c:pt>
                <c:pt idx="240">
                  <c:v>2888654.0</c:v>
                </c:pt>
                <c:pt idx="241">
                  <c:v>2738230.0</c:v>
                </c:pt>
                <c:pt idx="242">
                  <c:v>2738230.0</c:v>
                </c:pt>
                <c:pt idx="243">
                  <c:v>2738230.0</c:v>
                </c:pt>
                <c:pt idx="244">
                  <c:v>2738230.0</c:v>
                </c:pt>
                <c:pt idx="245">
                  <c:v>2694846.0</c:v>
                </c:pt>
                <c:pt idx="246">
                  <c:v>2694808.0</c:v>
                </c:pt>
                <c:pt idx="247">
                  <c:v>2687341.0</c:v>
                </c:pt>
                <c:pt idx="248">
                  <c:v>2687341.0</c:v>
                </c:pt>
                <c:pt idx="249">
                  <c:v>2687341.0</c:v>
                </c:pt>
                <c:pt idx="250">
                  <c:v>2687341.0</c:v>
                </c:pt>
                <c:pt idx="251">
                  <c:v>2671505.0</c:v>
                </c:pt>
                <c:pt idx="252">
                  <c:v>2696674.0</c:v>
                </c:pt>
                <c:pt idx="253">
                  <c:v>2668034.0</c:v>
                </c:pt>
                <c:pt idx="254">
                  <c:v>2668034.0</c:v>
                </c:pt>
                <c:pt idx="255">
                  <c:v>2668034.0</c:v>
                </c:pt>
                <c:pt idx="256">
                  <c:v>2668034.0</c:v>
                </c:pt>
                <c:pt idx="257">
                  <c:v>2668034.0</c:v>
                </c:pt>
                <c:pt idx="258">
                  <c:v>2618496.0</c:v>
                </c:pt>
                <c:pt idx="259">
                  <c:v>2618496.0</c:v>
                </c:pt>
                <c:pt idx="260">
                  <c:v>2618496.0</c:v>
                </c:pt>
                <c:pt idx="261">
                  <c:v>2618496.0</c:v>
                </c:pt>
                <c:pt idx="262">
                  <c:v>2909751.0</c:v>
                </c:pt>
                <c:pt idx="263">
                  <c:v>3036349.0</c:v>
                </c:pt>
                <c:pt idx="264">
                  <c:v>3107661.0</c:v>
                </c:pt>
                <c:pt idx="265">
                  <c:v>3051862.0</c:v>
                </c:pt>
                <c:pt idx="266">
                  <c:v>2957519.0</c:v>
                </c:pt>
                <c:pt idx="267">
                  <c:v>3000283.0</c:v>
                </c:pt>
                <c:pt idx="268">
                  <c:v>2954130.0</c:v>
                </c:pt>
                <c:pt idx="269">
                  <c:v>2872904.0</c:v>
                </c:pt>
                <c:pt idx="270">
                  <c:v>2871893.0</c:v>
                </c:pt>
                <c:pt idx="271">
                  <c:v>2918651.0</c:v>
                </c:pt>
                <c:pt idx="272">
                  <c:v>2936970.0</c:v>
                </c:pt>
                <c:pt idx="273">
                  <c:v>2939916.0</c:v>
                </c:pt>
                <c:pt idx="274">
                  <c:v>2948008.0</c:v>
                </c:pt>
                <c:pt idx="275">
                  <c:v>3053542.0</c:v>
                </c:pt>
                <c:pt idx="276">
                  <c:v>2890729.0</c:v>
                </c:pt>
                <c:pt idx="277">
                  <c:v>2934679.0</c:v>
                </c:pt>
                <c:pt idx="278">
                  <c:v>2916297.0</c:v>
                </c:pt>
                <c:pt idx="279">
                  <c:v>2912763.0</c:v>
                </c:pt>
                <c:pt idx="280">
                  <c:v>2912763.0</c:v>
                </c:pt>
                <c:pt idx="281">
                  <c:v>2912763.0</c:v>
                </c:pt>
                <c:pt idx="282">
                  <c:v>2912763.0</c:v>
                </c:pt>
                <c:pt idx="283">
                  <c:v>2912763.0</c:v>
                </c:pt>
                <c:pt idx="284">
                  <c:v>2912763.0</c:v>
                </c:pt>
                <c:pt idx="285">
                  <c:v>2982322.0</c:v>
                </c:pt>
                <c:pt idx="286">
                  <c:v>2992953.0</c:v>
                </c:pt>
                <c:pt idx="287">
                  <c:v>2961527.0</c:v>
                </c:pt>
                <c:pt idx="288">
                  <c:v>2961540.0</c:v>
                </c:pt>
                <c:pt idx="289">
                  <c:v>2955422.0</c:v>
                </c:pt>
                <c:pt idx="290">
                  <c:v>2919076.0</c:v>
                </c:pt>
                <c:pt idx="291">
                  <c:v>2919076.0</c:v>
                </c:pt>
                <c:pt idx="292">
                  <c:v>2919076.0</c:v>
                </c:pt>
                <c:pt idx="293">
                  <c:v>2919076.0</c:v>
                </c:pt>
                <c:pt idx="294">
                  <c:v>2919076.0</c:v>
                </c:pt>
                <c:pt idx="295">
                  <c:v>2907117.0</c:v>
                </c:pt>
                <c:pt idx="296">
                  <c:v>2907117.0</c:v>
                </c:pt>
                <c:pt idx="297">
                  <c:v>2907117.0</c:v>
                </c:pt>
                <c:pt idx="298">
                  <c:v>2907117.0</c:v>
                </c:pt>
                <c:pt idx="299">
                  <c:v>2968605.0</c:v>
                </c:pt>
                <c:pt idx="300">
                  <c:v>2964048.0</c:v>
                </c:pt>
                <c:pt idx="301">
                  <c:v>2905296.0</c:v>
                </c:pt>
                <c:pt idx="302">
                  <c:v>3082266.0</c:v>
                </c:pt>
                <c:pt idx="303">
                  <c:v>3350729.0</c:v>
                </c:pt>
                <c:pt idx="304">
                  <c:v>3379509.0</c:v>
                </c:pt>
                <c:pt idx="305">
                  <c:v>3501040.0</c:v>
                </c:pt>
                <c:pt idx="306">
                  <c:v>3509726.0</c:v>
                </c:pt>
                <c:pt idx="307">
                  <c:v>3468368.0</c:v>
                </c:pt>
                <c:pt idx="308">
                  <c:v>3602837.0</c:v>
                </c:pt>
                <c:pt idx="309">
                  <c:v>3847246.0</c:v>
                </c:pt>
                <c:pt idx="310">
                  <c:v>3717639.0</c:v>
                </c:pt>
                <c:pt idx="311">
                  <c:v>3782749.0</c:v>
                </c:pt>
                <c:pt idx="312">
                  <c:v>3743169.0</c:v>
                </c:pt>
                <c:pt idx="313">
                  <c:v>3818131.0</c:v>
                </c:pt>
                <c:pt idx="314">
                  <c:v>3730264.0</c:v>
                </c:pt>
                <c:pt idx="315">
                  <c:v>3697048.0</c:v>
                </c:pt>
                <c:pt idx="316">
                  <c:v>3697048.0</c:v>
                </c:pt>
                <c:pt idx="317">
                  <c:v>3689492.0</c:v>
                </c:pt>
                <c:pt idx="318">
                  <c:v>3891538.0</c:v>
                </c:pt>
                <c:pt idx="319">
                  <c:v>4071108.0</c:v>
                </c:pt>
                <c:pt idx="320">
                  <c:v>4051979.0</c:v>
                </c:pt>
                <c:pt idx="321">
                  <c:v>4584703.0</c:v>
                </c:pt>
                <c:pt idx="322">
                  <c:v>4675161.0</c:v>
                </c:pt>
                <c:pt idx="323">
                  <c:v>4577299.0</c:v>
                </c:pt>
                <c:pt idx="324">
                  <c:v>4665785.0</c:v>
                </c:pt>
                <c:pt idx="325">
                  <c:v>4698477.0</c:v>
                </c:pt>
                <c:pt idx="326">
                  <c:v>4700050.0</c:v>
                </c:pt>
                <c:pt idx="327">
                  <c:v>4857077.0</c:v>
                </c:pt>
                <c:pt idx="328">
                  <c:v>5084048.0</c:v>
                </c:pt>
                <c:pt idx="329">
                  <c:v>5084048.0</c:v>
                </c:pt>
                <c:pt idx="330">
                  <c:v>5084048.0</c:v>
                </c:pt>
                <c:pt idx="331">
                  <c:v>5084048.0</c:v>
                </c:pt>
                <c:pt idx="332">
                  <c:v>5052883.0</c:v>
                </c:pt>
                <c:pt idx="333">
                  <c:v>5147885.0</c:v>
                </c:pt>
                <c:pt idx="334">
                  <c:v>5116325.0</c:v>
                </c:pt>
                <c:pt idx="335">
                  <c:v>5196391.0</c:v>
                </c:pt>
                <c:pt idx="336">
                  <c:v>5061909.0</c:v>
                </c:pt>
                <c:pt idx="337">
                  <c:v>5061909.0</c:v>
                </c:pt>
                <c:pt idx="338">
                  <c:v>5061909.0</c:v>
                </c:pt>
                <c:pt idx="339">
                  <c:v>5061909.0</c:v>
                </c:pt>
                <c:pt idx="340">
                  <c:v>5061909.0</c:v>
                </c:pt>
                <c:pt idx="341">
                  <c:v>5161901.0</c:v>
                </c:pt>
                <c:pt idx="342">
                  <c:v>5165713.0</c:v>
                </c:pt>
                <c:pt idx="343">
                  <c:v>4850649.0</c:v>
                </c:pt>
                <c:pt idx="344">
                  <c:v>4700564.0</c:v>
                </c:pt>
                <c:pt idx="345">
                  <c:v>4700564.0</c:v>
                </c:pt>
                <c:pt idx="346">
                  <c:v>4701703.0</c:v>
                </c:pt>
                <c:pt idx="347">
                  <c:v>4517605.0</c:v>
                </c:pt>
                <c:pt idx="348">
                  <c:v>4517605.0</c:v>
                </c:pt>
                <c:pt idx="349">
                  <c:v>4517605.0</c:v>
                </c:pt>
                <c:pt idx="350">
                  <c:v>4576384.0</c:v>
                </c:pt>
                <c:pt idx="351">
                  <c:v>4648170.0</c:v>
                </c:pt>
                <c:pt idx="352">
                  <c:v>4549460.0</c:v>
                </c:pt>
                <c:pt idx="353">
                  <c:v>4479075.0</c:v>
                </c:pt>
                <c:pt idx="354">
                  <c:v>4622249.0</c:v>
                </c:pt>
                <c:pt idx="355">
                  <c:v>4583628.0</c:v>
                </c:pt>
                <c:pt idx="356">
                  <c:v>4612463.0</c:v>
                </c:pt>
                <c:pt idx="357">
                  <c:v>5055679.0</c:v>
                </c:pt>
                <c:pt idx="358">
                  <c:v>5396131.0</c:v>
                </c:pt>
                <c:pt idx="359">
                  <c:v>5554972.0</c:v>
                </c:pt>
                <c:pt idx="360">
                  <c:v>5524004.0</c:v>
                </c:pt>
                <c:pt idx="361">
                  <c:v>5658336.0</c:v>
                </c:pt>
                <c:pt idx="362">
                  <c:v>5641625.0</c:v>
                </c:pt>
                <c:pt idx="363">
                  <c:v>5256057.0</c:v>
                </c:pt>
                <c:pt idx="364">
                  <c:v>5233578.0</c:v>
                </c:pt>
                <c:pt idx="365">
                  <c:v>5234993.0</c:v>
                </c:pt>
                <c:pt idx="366">
                  <c:v>5206537.0</c:v>
                </c:pt>
                <c:pt idx="367">
                  <c:v>5143972.0</c:v>
                </c:pt>
                <c:pt idx="368">
                  <c:v>5260386.0</c:v>
                </c:pt>
                <c:pt idx="369">
                  <c:v>5179627.0</c:v>
                </c:pt>
                <c:pt idx="370">
                  <c:v>5163269.0</c:v>
                </c:pt>
                <c:pt idx="371">
                  <c:v>5163269.0</c:v>
                </c:pt>
                <c:pt idx="372">
                  <c:v>5163269.0</c:v>
                </c:pt>
                <c:pt idx="373">
                  <c:v>5217278.0</c:v>
                </c:pt>
                <c:pt idx="374">
                  <c:v>5217278.0</c:v>
                </c:pt>
                <c:pt idx="375">
                  <c:v>5217278.0</c:v>
                </c:pt>
                <c:pt idx="376">
                  <c:v>5217278.0</c:v>
                </c:pt>
                <c:pt idx="377">
                  <c:v>5217278.0</c:v>
                </c:pt>
                <c:pt idx="378">
                  <c:v>5217278.0</c:v>
                </c:pt>
                <c:pt idx="379">
                  <c:v>5176295.0</c:v>
                </c:pt>
                <c:pt idx="380">
                  <c:v>5176295.0</c:v>
                </c:pt>
                <c:pt idx="381">
                  <c:v>5411562.0</c:v>
                </c:pt>
                <c:pt idx="382">
                  <c:v>5429198.0</c:v>
                </c:pt>
                <c:pt idx="383">
                  <c:v>5757694.0</c:v>
                </c:pt>
                <c:pt idx="384">
                  <c:v>5835684.0</c:v>
                </c:pt>
                <c:pt idx="385">
                  <c:v>5920806.0</c:v>
                </c:pt>
                <c:pt idx="386">
                  <c:v>5776378.0</c:v>
                </c:pt>
                <c:pt idx="387">
                  <c:v>5659944.0</c:v>
                </c:pt>
                <c:pt idx="388">
                  <c:v>5661921.0</c:v>
                </c:pt>
                <c:pt idx="389">
                  <c:v>5620818.0</c:v>
                </c:pt>
                <c:pt idx="390">
                  <c:v>5632827.0</c:v>
                </c:pt>
                <c:pt idx="391">
                  <c:v>5598957.0</c:v>
                </c:pt>
                <c:pt idx="392">
                  <c:v>5882433.0</c:v>
                </c:pt>
                <c:pt idx="393">
                  <c:v>5830185.0</c:v>
                </c:pt>
                <c:pt idx="394">
                  <c:v>5891868.0</c:v>
                </c:pt>
                <c:pt idx="395">
                  <c:v>5710062.0</c:v>
                </c:pt>
                <c:pt idx="396">
                  <c:v>5745662.0</c:v>
                </c:pt>
                <c:pt idx="397">
                  <c:v>5570356.0</c:v>
                </c:pt>
                <c:pt idx="398">
                  <c:v>5466671.0</c:v>
                </c:pt>
                <c:pt idx="399">
                  <c:v>5466671.0</c:v>
                </c:pt>
                <c:pt idx="400">
                  <c:v>5466671.0</c:v>
                </c:pt>
                <c:pt idx="401">
                  <c:v>5457388.0</c:v>
                </c:pt>
                <c:pt idx="402">
                  <c:v>5432083.0</c:v>
                </c:pt>
                <c:pt idx="403">
                  <c:v>5364354.0</c:v>
                </c:pt>
                <c:pt idx="404">
                  <c:v>5503112.0</c:v>
                </c:pt>
                <c:pt idx="405">
                  <c:v>5632674.0</c:v>
                </c:pt>
                <c:pt idx="406">
                  <c:v>5256622.0</c:v>
                </c:pt>
                <c:pt idx="407">
                  <c:v>5256622.0</c:v>
                </c:pt>
                <c:pt idx="408">
                  <c:v>5256622.0</c:v>
                </c:pt>
                <c:pt idx="409">
                  <c:v>5256622.0</c:v>
                </c:pt>
                <c:pt idx="410">
                  <c:v>5256622.0</c:v>
                </c:pt>
                <c:pt idx="411">
                  <c:v>5256622.0</c:v>
                </c:pt>
                <c:pt idx="412">
                  <c:v>5256622.0</c:v>
                </c:pt>
                <c:pt idx="413">
                  <c:v>5256622.0</c:v>
                </c:pt>
                <c:pt idx="414">
                  <c:v>5256622.0</c:v>
                </c:pt>
                <c:pt idx="415">
                  <c:v>5256622.0</c:v>
                </c:pt>
                <c:pt idx="416">
                  <c:v>5256622.0</c:v>
                </c:pt>
                <c:pt idx="417">
                  <c:v>5256622.0</c:v>
                </c:pt>
                <c:pt idx="418">
                  <c:v>5200066.0</c:v>
                </c:pt>
                <c:pt idx="419">
                  <c:v>5159370.0</c:v>
                </c:pt>
                <c:pt idx="420">
                  <c:v>5027187.0</c:v>
                </c:pt>
                <c:pt idx="421">
                  <c:v>5027187.0</c:v>
                </c:pt>
                <c:pt idx="422">
                  <c:v>4869302.0</c:v>
                </c:pt>
                <c:pt idx="423">
                  <c:v>4869302.0</c:v>
                </c:pt>
                <c:pt idx="424">
                  <c:v>4869302.0</c:v>
                </c:pt>
                <c:pt idx="425">
                  <c:v>4869302.0</c:v>
                </c:pt>
                <c:pt idx="426">
                  <c:v>4930468.0</c:v>
                </c:pt>
                <c:pt idx="427">
                  <c:v>4930468.0</c:v>
                </c:pt>
                <c:pt idx="428">
                  <c:v>4720340.0</c:v>
                </c:pt>
                <c:pt idx="429">
                  <c:v>4699279.0</c:v>
                </c:pt>
                <c:pt idx="430">
                  <c:v>4699279.0</c:v>
                </c:pt>
                <c:pt idx="431">
                  <c:v>4678350.0</c:v>
                </c:pt>
                <c:pt idx="432">
                  <c:v>4731134.0</c:v>
                </c:pt>
                <c:pt idx="433">
                  <c:v>4898158.0</c:v>
                </c:pt>
                <c:pt idx="434">
                  <c:v>4895098.0</c:v>
                </c:pt>
                <c:pt idx="435">
                  <c:v>5020355.0</c:v>
                </c:pt>
                <c:pt idx="436">
                  <c:v>4866515.0</c:v>
                </c:pt>
                <c:pt idx="437">
                  <c:v>4832290.0</c:v>
                </c:pt>
                <c:pt idx="438">
                  <c:v>4832290.0</c:v>
                </c:pt>
                <c:pt idx="439">
                  <c:v>4832290.0</c:v>
                </c:pt>
                <c:pt idx="440">
                  <c:v>4832290.0</c:v>
                </c:pt>
                <c:pt idx="441">
                  <c:v>4832290.0</c:v>
                </c:pt>
                <c:pt idx="442">
                  <c:v>4832290.0</c:v>
                </c:pt>
                <c:pt idx="443">
                  <c:v>4832290.0</c:v>
                </c:pt>
                <c:pt idx="444">
                  <c:v>4832290.0</c:v>
                </c:pt>
                <c:pt idx="445">
                  <c:v>4839980.0</c:v>
                </c:pt>
                <c:pt idx="446">
                  <c:v>4812279.0</c:v>
                </c:pt>
                <c:pt idx="447">
                  <c:v>4733708.0</c:v>
                </c:pt>
                <c:pt idx="448">
                  <c:v>4729675.0</c:v>
                </c:pt>
                <c:pt idx="449">
                  <c:v>4663772.0</c:v>
                </c:pt>
                <c:pt idx="450">
                  <c:v>5087201.0</c:v>
                </c:pt>
                <c:pt idx="451">
                  <c:v>5057455.0</c:v>
                </c:pt>
                <c:pt idx="452">
                  <c:v>5169905.0</c:v>
                </c:pt>
                <c:pt idx="453">
                  <c:v>5021942.0</c:v>
                </c:pt>
                <c:pt idx="454">
                  <c:v>5205257.0</c:v>
                </c:pt>
                <c:pt idx="455">
                  <c:v>5344518.0</c:v>
                </c:pt>
                <c:pt idx="456">
                  <c:v>5334492.0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27.0"/>
          <c:min val="2018.0"/>
        </c:scaling>
        <c:delete val="0"/>
        <c:axPos val="b"/>
        <c:numFmt formatCode="0" sourceLinked="0"/>
        <c:majorTickMark val="out"/>
        <c:minorTickMark val="none"/>
        <c:tickLblPos val="nextTo"/>
        <c:crossAx val="-2129643912"/>
        <c:crosses val="autoZero"/>
        <c:crossBetween val="midCat"/>
        <c:majorUnit val="1.0"/>
      </c:valAx>
      <c:valAx>
        <c:axId val="-2129643912"/>
        <c:scaling>
          <c:logBase val="10"/>
          <c:orientation val="minMax"/>
          <c:max val="10000000.0"/>
          <c:min val="1000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[&gt;=1000000]0.0,,&quot;M&quot;;0,&quot;k&quot;" sourceLinked="0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685800"/>
          </a:xfrm>
        </p:spPr>
        <p:txBody>
          <a:bodyPr lIns="0"/>
          <a:lstStyle/>
          <a:p>
            <a:pPr algn="l"/>
            <a:r>
              <a:rPr sz="2600" b="1">
                <a:solidFill>
                  <a:srgbClr val="222222"/>
                </a:solidFill>
                <a:latin typeface="Calibri"/>
              </a:rPr>
              <a:t>Zelta BTC/USDT strategy: what was asked and what we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39496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Problem statement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Design an algorithmic trading strategy for BTC/USDT.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Backtest it on 1 Jan 2018 to 31 Dec 2022, with a 0.10% fee on every trade.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Report 14 performance metrics (slide 5).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Deliver strategy code, backtest, risk management plan and presentation.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Target table: 100% average annual return at 1.5% max drawdown, rising to 600% at 8%.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34440"/>
            <a:ext cx="539496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What we achieved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103.6% average annual return over 2018-2022. BTC buy and hold made +20% in total.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15.7% maximum drawdown (daily close) and a Sharpe ratio of 2.69.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Still profitable after the brief period: +41% a year in 2023-2024.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Roughly flat (+1% a year) in Jan 2025 - Sep 2026, a period never used for tuning, while BTC lost 11%.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100,000 USDT grew to 5.33 million from Jan 2018 to Sep 2026.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222222"/>
                </a:solidFill>
                <a:latin typeface="Calibri"/>
              </a:rPr>
              <a:t>Not met: the 1.5-8% drawdown levels of the target table.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709160"/>
          <a:ext cx="1124712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51760"/>
                <a:gridCol w="2651760"/>
                <a:gridCol w="1188720"/>
                <a:gridCol w="118872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Candles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Capital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Fee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Positions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Used in every test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5-minute for entries and exits; 2h, 4h, 12h, daily for trend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Binance BTC/USDT, Aug 2017 - Sep 2026 (957,865 candles)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100,000 USDT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0.10% per trade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Long and short, max 1x capital, no leverage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06070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Data: Binance BTC/USDT 5-minute candles. Backtest: 100,000 USDT start, 0.10% fee per trade, no leverage.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685800"/>
          </a:xfrm>
        </p:spPr>
        <p:txBody>
          <a:bodyPr lIns="0"/>
          <a:lstStyle/>
          <a:p>
            <a:pPr algn="l"/>
            <a:r>
              <a:rPr sz="2600" b="1">
                <a:solidFill>
                  <a:srgbClr val="222222"/>
                </a:solidFill>
                <a:latin typeface="Calibri"/>
              </a:rPr>
              <a:t>How the strategy works: first version vs our final (adaptive)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394960" cy="365760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First 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194560" cy="4114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Calibri"/>
              </a:rPr>
              <a:t>Every new 5-minute candle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1920240"/>
            <a:ext cx="0" cy="2286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457200" y="2148839"/>
            <a:ext cx="2560320" cy="8229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Price 7%+ below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its 4-hour high?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217420"/>
            <a:ext cx="237744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Buy the dip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sell on the rebound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560320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63239" y="2286000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971799"/>
            <a:ext cx="0" cy="2286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10512" y="2953511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12" name="Diamond 11"/>
          <p:cNvSpPr/>
          <p:nvPr/>
        </p:nvSpPr>
        <p:spPr>
          <a:xfrm>
            <a:off x="457200" y="3200399"/>
            <a:ext cx="2560320" cy="8229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Price 7%+ above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its 4-hour low?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268979"/>
            <a:ext cx="237744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Short the spike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buy back on the drop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3611879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63239" y="3337560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4023359"/>
            <a:ext cx="0" cy="2286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10512" y="4005072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4251959"/>
            <a:ext cx="265176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Follow the 5-system trend vote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long or short, up to 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051560"/>
            <a:ext cx="5394960" cy="365760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Adaptive version (ours)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59" y="1508760"/>
            <a:ext cx="2194560" cy="4114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1">
                <a:solidFill>
                  <a:srgbClr val="222222"/>
                </a:solidFill>
                <a:latin typeface="Calibri"/>
              </a:rPr>
              <a:t>Every new 5-minute candle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1920240"/>
            <a:ext cx="0" cy="2286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6355080" y="2148839"/>
            <a:ext cx="2560320" cy="8229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Price 7%+ below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its 4-hour high?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217420"/>
            <a:ext cx="237744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Buy the dip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sell on the rebound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15400" y="2560320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61120" y="2286000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35240" y="2971799"/>
            <a:ext cx="0" cy="2286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08392" y="2953511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28" name="Diamond 27"/>
          <p:cNvSpPr/>
          <p:nvPr/>
        </p:nvSpPr>
        <p:spPr>
          <a:xfrm>
            <a:off x="6355080" y="3200399"/>
            <a:ext cx="2560320" cy="822960"/>
          </a:xfrm>
          <a:prstGeom prst="diamond">
            <a:avLst/>
          </a:prstGeom>
          <a:solidFill>
            <a:srgbClr val="FCE4CC"/>
          </a:solidFill>
          <a:ln w="19050">
            <a:solidFill>
              <a:srgbClr val="C8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BTC above its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200-day average?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3154679"/>
            <a:ext cx="2377440" cy="914400"/>
          </a:xfrm>
          <a:prstGeom prst="rect">
            <a:avLst/>
          </a:prstGeom>
          <a:solidFill>
            <a:srgbClr val="FCE4CC"/>
          </a:solidFill>
          <a:ln w="19050">
            <a:solidFill>
              <a:srgbClr val="C8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Bear market: short 7% spikes,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otherwise trend vote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long or short, up to 70%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15400" y="3611879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961120" y="3337560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35240" y="4023359"/>
            <a:ext cx="0" cy="2286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08392" y="4005072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sp>
        <p:nvSpPr>
          <p:cNvPr id="34" name="Diamond 33"/>
          <p:cNvSpPr/>
          <p:nvPr/>
        </p:nvSpPr>
        <p:spPr>
          <a:xfrm>
            <a:off x="6355080" y="4251959"/>
            <a:ext cx="2560320" cy="822960"/>
          </a:xfrm>
          <a:prstGeom prst="diamond">
            <a:avLst/>
          </a:prstGeom>
          <a:solidFill>
            <a:srgbClr val="FCE4CC"/>
          </a:solidFill>
          <a:ln w="19050">
            <a:solidFill>
              <a:srgbClr val="C8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Price 16%+ below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its 7-day high?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4320540"/>
            <a:ext cx="2377440" cy="685800"/>
          </a:xfrm>
          <a:prstGeom prst="rect">
            <a:avLst/>
          </a:prstGeom>
          <a:solidFill>
            <a:srgbClr val="FCE4CC"/>
          </a:solidFill>
          <a:ln w="19050">
            <a:solidFill>
              <a:srgbClr val="C8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Buy the pullback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hold up to 7 days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15400" y="4663440"/>
            <a:ext cx="411480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961120" y="4389120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35240" y="5074920"/>
            <a:ext cx="0" cy="2286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08392" y="5056632"/>
            <a:ext cx="411480" cy="256032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5303520"/>
            <a:ext cx="2651760" cy="640080"/>
          </a:xfrm>
          <a:prstGeom prst="rect">
            <a:avLst/>
          </a:prstGeom>
          <a:solidFill>
            <a:srgbClr val="FCE4CC"/>
          </a:solidFill>
          <a:ln w="19050">
            <a:solidFill>
              <a:srgbClr val="C86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Trend vote, long only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up to 70%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 anchor="ctr" lIns="0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Entries and exits are checked on every 5-minute candle; the trend vote uses 2h, 4h, 12h and daily candles. Orange = added in the final version.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106070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Data: Binance BTC/USDT 5-minute candles. Backtest: 100,000 USDT start, 0.10% fee per trade, no leverage.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685800"/>
          </a:xfrm>
        </p:spPr>
        <p:txBody>
          <a:bodyPr lIns="0"/>
          <a:lstStyle/>
          <a:p>
            <a:pPr algn="l"/>
            <a:r>
              <a:rPr sz="2600" b="1">
                <a:solidFill>
                  <a:srgbClr val="222222"/>
                </a:solidFill>
                <a:latin typeface="Calibri"/>
              </a:rPr>
              <a:t>Entry, exit and stop-loss rules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154680"/>
                <a:gridCol w="2560320"/>
                <a:gridCol w="1965960"/>
                <a:gridCol w="19659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 (candles)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Entry signal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Exit signal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Stop-loss / protection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Position size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Dip-buy (5-min)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Close 7%+ below the 4-hour high (48 candles), unless price fell 5%+ in the last hour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Price back at its 48-candle EMA, or 1 hour after the last trigger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Time exit; no buying into a 5%/hour free fall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Up to 100%, smaller when 24h volatility is 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Spike short (5-min, bear market only)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Close 7%+ above the 4-hour low and BTC below its 200-day EMA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Price back at its 48-candle EMA, or 1 hour after the last trigger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Time exit; no shorting a 5%/hour melt-up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Same as dip-buy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Trend vote (2h, 4h, 12h, 1-day)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Average of 5 systems: EMA 50/200, EMA 10/30, Donchian 55/20, Supertrend 20/4, Donchian 40/20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Vote turns to zero or flips; shorts closed when BTC rises above its 200-day EMA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Donchian and Supertrend exits trail the price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0.7 x vote, scaled down when 7-day volatility is above 40%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Pullback buy (daily, bull market only)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BTC above its 200-day EMA and close 16%+ below its 7-day high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Back within 2% of the 7-day high, after 7 days, or BTC below its 200-day EMA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7-day time stop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Up to 100%, scaled by 7-day volatility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Why no fixed % stop-loss: a 6% stop on the dip-buy cut its 2018-2022 return from 64% to 24% a year, because most deep dips recover within hours. Risk is limited instead by: never more than 1x capital (no leverage), volatility-based sizing, time exits, the 5%-per-hour filter, and no shorts in a bull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Data: Binance BTC/USDT 5-minute candles. Backtest: 100,000 USDT start, 0.10% fee per trade, no leverage.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685800"/>
          </a:xfrm>
        </p:spPr>
        <p:txBody>
          <a:bodyPr lIns="0"/>
          <a:lstStyle/>
          <a:p>
            <a:pPr algn="l"/>
            <a:r>
              <a:rPr sz="2600" b="1">
                <a:solidFill>
                  <a:srgbClr val="222222"/>
                </a:solidFill>
                <a:latin typeface="Calibri"/>
              </a:rPr>
              <a:t>Equity curve: 100,000 USDT grew to 5.33 million (Jan 2018 - Sep 2026)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43000"/>
          <a:ext cx="112471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Account value, log scale, one continuous account. End values: final version 5.33M, first version 3.25M, BTC buy and hold 0.61M USDT. The brief period ends at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Data: Binance BTC/USDT 5-minute candles. Backtest: 100,000 USDT start, 0.10% fee per trade, no leverage.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685800"/>
          </a:xfrm>
        </p:spPr>
        <p:txBody>
          <a:bodyPr lIns="0"/>
          <a:lstStyle/>
          <a:p>
            <a:pPr algn="l"/>
            <a:r>
              <a:rPr sz="2600" b="1">
                <a:solidFill>
                  <a:srgbClr val="222222"/>
                </a:solidFill>
                <a:latin typeface="Calibri"/>
              </a:rPr>
              <a:t>The 14 metrics asked for in the problem statement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8229600" cy="486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  <a:gridCol w="2194560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2018-2022 (problem statement period)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2023 - Sep 2026 (after the brief)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1. Gross profit (before costs)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4,618,679 USDT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194,789 USDT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2. Net profit (after costs)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2,518,496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103,724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3. Total closed trades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4. Win rate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68.67%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38.89%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5. Maximum drawdown (daily close)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15.65%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22.41%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6. Gross loss (before costs)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-1,573,558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-77,041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7. Average winning trade (net)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20,489 USDT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8,950 USDT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8. Average losing trade (net)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-18,109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-2,552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9. Buy-and-hold return (BTC, after costs)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20.37%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404.52%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10. Largest losing trade (net)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-254,787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-9,325 USDT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11. Largest winning trade (net)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946,504 USDT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30,167 USDT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12. Sharpe ratio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2.69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13. Sortino ratio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5.42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1.98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14. Average holding duration (hours)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70.18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330.98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052560" y="1143000"/>
            <a:ext cx="265176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Also useful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Calibri"/>
              </a:rPr>
              <a:t>Average annual return: 103.6% (2018-2022), 21.2% (2023 - Sep 2026)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Calibri"/>
              </a:rPr>
              <a:t>Compound annual growth: 92.2% and 20.9%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Calibri"/>
              </a:rPr>
              <a:t>Worst intrabar drawdown: 31.1%, during one hour of the 19 May 2021 crash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Calibri"/>
              </a:rPr>
              <a:t>Fees paid: 526,625 USDT (2018-2022)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222222"/>
                </a:solidFill>
                <a:latin typeface="Calibri"/>
              </a:rPr>
              <a:t>Trades: 163 long, 137 short (2018-2022)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Gross figures are before fees, net after. Sharpe and Sortino use daily returns, annualized with the square root of 365. Holding time in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685800"/>
          </a:xfrm>
        </p:spPr>
        <p:txBody>
          <a:bodyPr lIns="0"/>
          <a:lstStyle/>
          <a:p>
            <a:pPr algn="l"/>
            <a:r>
              <a:rPr sz="2600" b="1">
                <a:solidFill>
                  <a:srgbClr val="222222"/>
                </a:solidFill>
                <a:latin typeface="Calibri"/>
              </a:rPr>
              <a:t>How it is better: results by period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194560"/>
                <a:gridCol w="21945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Average return per year (max drawdown, daily close)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2018-2022 (brief)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2023-2024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Jan 2025 - Sep 2026</a:t>
                      </a:r>
                    </a:p>
                  </a:txBody>
                  <a:tcPr marL="73152" marR="73152" marT="36576" marB="36576" anchor="ctr">
                    <a:solidFill>
                      <a:srgbClr val="3A3A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</a:rPr>
                        <a:t>BTC buy and hold (total, not per year)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+20%  (81% drawdown)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+465%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-11%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</a:rPr>
                        <a:t>Earlier attempts (long-only, daily candles, max 25% of capital)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2-4%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</a:rPr>
                        <a:t>Our first version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111.2%  (16.1%)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5.2%  (17.5%)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-1.0%  (14.8%)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</a:rPr>
                        <a:t>Our final (adaptive) version</a:t>
                      </a:r>
                    </a:p>
                  </a:txBody>
                  <a:tcPr marL="73152" marR="73152" marT="36576" marB="36576" anchor="ctr">
                    <a:solidFill>
                      <a:srgbClr val="FC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</a:rPr>
                        <a:t>103.6%  (15.7%)</a:t>
                      </a:r>
                    </a:p>
                  </a:txBody>
                  <a:tcPr marL="73152" marR="73152" marT="36576" marB="36576" anchor="ctr">
                    <a:solidFill>
                      <a:srgbClr val="FC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</a:rPr>
                        <a:t>41.4%  (15.3%)</a:t>
                      </a:r>
                    </a:p>
                  </a:txBody>
                  <a:tcPr marL="73152" marR="73152" marT="36576" marB="36576" anchor="ctr">
                    <a:solidFill>
                      <a:srgbClr val="FCE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</a:rPr>
                        <a:t>+1.0%  (22.4%)</a:t>
                      </a:r>
                    </a:p>
                  </a:txBody>
                  <a:tcPr marL="73152" marR="73152" marT="36576" marB="36576" anchor="ctr">
                    <a:solidFill>
                      <a:srgbClr val="FCE4C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77639"/>
            <a:ext cx="53949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Why the final version is better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Keeps the 2018-2022 result above 100% a year.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Fixes the post-2022 problem: BTC became calmer and trended up, so the first version stopped earning. The bull/bear switch and pullback buy took 2023-2024 from 5% to 41% a year.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Ended Jan 2025 - Sep 2026 about flat (+1% a year) while BTC fell 53% from its peak.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3977639"/>
            <a:ext cx="53949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Honest limits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2023-2024 was used to tune the final version; only Jan 2025 - Sep 2026 is a clean test, and it is flat.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The target table's 1.5-8% drawdowns were not reached by any of the 6,334 settings we tested.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222222"/>
                </a:solidFill>
                <a:latin typeface="Calibri"/>
              </a:rPr>
              <a:t>Results drop with higher fees: 79.8% a year at 0.20% per trade (2018-2022).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6070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Data: Binance BTC/USDT 5-minute candles. Backtest: 100,000 USDT start, 0.10% fee per trade, no leverage.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